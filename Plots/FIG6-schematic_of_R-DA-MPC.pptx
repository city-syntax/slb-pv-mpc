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0A6BA0-9421-46C2-9930-CE04EAF61792}" v="54" dt="2026-04-23T12:01:16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536" y="-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u Kaifeng" userId="ee11a7a6-9736-40fe-9dfc-4ce0ea41b4f4" providerId="ADAL" clId="{25A991D2-D6D0-49BD-9AE4-B03D8DF5E1C7}"/>
    <pc:docChg chg="undo custSel modSld">
      <pc:chgData name="Zhu Kaifeng" userId="ee11a7a6-9736-40fe-9dfc-4ce0ea41b4f4" providerId="ADAL" clId="{25A991D2-D6D0-49BD-9AE4-B03D8DF5E1C7}" dt="2026-04-20T09:26:00.268" v="3013" actId="478"/>
      <pc:docMkLst>
        <pc:docMk/>
      </pc:docMkLst>
      <pc:sldChg chg="addSp delSp modSp mod">
        <pc:chgData name="Zhu Kaifeng" userId="ee11a7a6-9736-40fe-9dfc-4ce0ea41b4f4" providerId="ADAL" clId="{25A991D2-D6D0-49BD-9AE4-B03D8DF5E1C7}" dt="2026-04-20T09:26:00.268" v="3013" actId="478"/>
        <pc:sldMkLst>
          <pc:docMk/>
          <pc:sldMk cId="3332135371" sldId="256"/>
        </pc:sldMkLst>
        <pc:spChg chg="add mod">
          <ac:chgData name="Zhu Kaifeng" userId="ee11a7a6-9736-40fe-9dfc-4ce0ea41b4f4" providerId="ADAL" clId="{25A991D2-D6D0-49BD-9AE4-B03D8DF5E1C7}" dt="2026-04-20T09:21:24.160" v="2993" actId="1036"/>
          <ac:spMkLst>
            <pc:docMk/>
            <pc:sldMk cId="3332135371" sldId="256"/>
            <ac:spMk id="2" creationId="{8A7AC9DC-B448-7A9B-FD3B-41B01A4A4925}"/>
          </ac:spMkLst>
        </pc:spChg>
        <pc:spChg chg="add mod">
          <ac:chgData name="Zhu Kaifeng" userId="ee11a7a6-9736-40fe-9dfc-4ce0ea41b4f4" providerId="ADAL" clId="{25A991D2-D6D0-49BD-9AE4-B03D8DF5E1C7}" dt="2026-04-16T08:50:52.581" v="1172" actId="1035"/>
          <ac:spMkLst>
            <pc:docMk/>
            <pc:sldMk cId="3332135371" sldId="256"/>
            <ac:spMk id="3" creationId="{529F65C3-4769-DFBA-2AF7-F7024EF802C3}"/>
          </ac:spMkLst>
        </pc:spChg>
        <pc:spChg chg="mod">
          <ac:chgData name="Zhu Kaifeng" userId="ee11a7a6-9736-40fe-9dfc-4ce0ea41b4f4" providerId="ADAL" clId="{25A991D2-D6D0-49BD-9AE4-B03D8DF5E1C7}" dt="2026-04-20T09:05:02.775" v="2712" actId="1038"/>
          <ac:spMkLst>
            <pc:docMk/>
            <pc:sldMk cId="3332135371" sldId="256"/>
            <ac:spMk id="4" creationId="{F8DF8A6A-4132-D126-37B8-3A864B5FB837}"/>
          </ac:spMkLst>
        </pc:spChg>
        <pc:spChg chg="add mod">
          <ac:chgData name="Zhu Kaifeng" userId="ee11a7a6-9736-40fe-9dfc-4ce0ea41b4f4" providerId="ADAL" clId="{25A991D2-D6D0-49BD-9AE4-B03D8DF5E1C7}" dt="2026-04-16T08:50:52.581" v="1172" actId="1035"/>
          <ac:spMkLst>
            <pc:docMk/>
            <pc:sldMk cId="3332135371" sldId="256"/>
            <ac:spMk id="5" creationId="{CB83D9EC-10FF-3BED-E3D8-69D55C5C89BB}"/>
          </ac:spMkLst>
        </pc:spChg>
        <pc:spChg chg="add mod">
          <ac:chgData name="Zhu Kaifeng" userId="ee11a7a6-9736-40fe-9dfc-4ce0ea41b4f4" providerId="ADAL" clId="{25A991D2-D6D0-49BD-9AE4-B03D8DF5E1C7}" dt="2026-04-16T08:17:30.242" v="200" actId="1076"/>
          <ac:spMkLst>
            <pc:docMk/>
            <pc:sldMk cId="3332135371" sldId="256"/>
            <ac:spMk id="6" creationId="{875E3667-BB3E-CDB1-463F-B21A58D7CF91}"/>
          </ac:spMkLst>
        </pc:spChg>
        <pc:spChg chg="add mod">
          <ac:chgData name="Zhu Kaifeng" userId="ee11a7a6-9736-40fe-9dfc-4ce0ea41b4f4" providerId="ADAL" clId="{25A991D2-D6D0-49BD-9AE4-B03D8DF5E1C7}" dt="2026-04-20T08:53:14.760" v="2540" actId="207"/>
          <ac:spMkLst>
            <pc:docMk/>
            <pc:sldMk cId="3332135371" sldId="256"/>
            <ac:spMk id="8" creationId="{0D753C15-3753-C594-A8A8-995C24F9959C}"/>
          </ac:spMkLst>
        </pc:spChg>
        <pc:spChg chg="add mod">
          <ac:chgData name="Zhu Kaifeng" userId="ee11a7a6-9736-40fe-9dfc-4ce0ea41b4f4" providerId="ADAL" clId="{25A991D2-D6D0-49BD-9AE4-B03D8DF5E1C7}" dt="2026-04-16T08:50:52.581" v="1172" actId="1035"/>
          <ac:spMkLst>
            <pc:docMk/>
            <pc:sldMk cId="3332135371" sldId="256"/>
            <ac:spMk id="9" creationId="{54853B5A-B907-6D9F-F280-EB1C4F2E80ED}"/>
          </ac:spMkLst>
        </pc:spChg>
        <pc:spChg chg="add mod">
          <ac:chgData name="Zhu Kaifeng" userId="ee11a7a6-9736-40fe-9dfc-4ce0ea41b4f4" providerId="ADAL" clId="{25A991D2-D6D0-49BD-9AE4-B03D8DF5E1C7}" dt="2026-04-16T08:21:42.552" v="353" actId="14100"/>
          <ac:spMkLst>
            <pc:docMk/>
            <pc:sldMk cId="3332135371" sldId="256"/>
            <ac:spMk id="10" creationId="{68B07523-795C-41C3-5DDE-A5AC148F50E9}"/>
          </ac:spMkLst>
        </pc:spChg>
        <pc:spChg chg="add 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11" creationId="{CB23E922-1844-A343-4A29-8DA59D246041}"/>
          </ac:spMkLst>
        </pc:spChg>
        <pc:spChg chg="add mod">
          <ac:chgData name="Zhu Kaifeng" userId="ee11a7a6-9736-40fe-9dfc-4ce0ea41b4f4" providerId="ADAL" clId="{25A991D2-D6D0-49BD-9AE4-B03D8DF5E1C7}" dt="2026-04-16T08:50:52.581" v="1172" actId="1035"/>
          <ac:spMkLst>
            <pc:docMk/>
            <pc:sldMk cId="3332135371" sldId="256"/>
            <ac:spMk id="12" creationId="{FC4176A2-8D1A-B99E-ED46-5F7C1CCBFD60}"/>
          </ac:spMkLst>
        </pc:spChg>
        <pc:spChg chg="add mod">
          <ac:chgData name="Zhu Kaifeng" userId="ee11a7a6-9736-40fe-9dfc-4ce0ea41b4f4" providerId="ADAL" clId="{25A991D2-D6D0-49BD-9AE4-B03D8DF5E1C7}" dt="2026-04-20T08:53:14.760" v="2540" actId="207"/>
          <ac:spMkLst>
            <pc:docMk/>
            <pc:sldMk cId="3332135371" sldId="256"/>
            <ac:spMk id="15" creationId="{36BB8FD6-188C-BEA2-8BA5-748D20AEDF3D}"/>
          </ac:spMkLst>
        </pc:spChg>
        <pc:spChg chg="add 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16" creationId="{1350C344-8AB7-3456-278D-1F4FF28930AE}"/>
          </ac:spMkLst>
        </pc:spChg>
        <pc:spChg chg="add 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23" creationId="{220C925E-34CD-C666-8848-3DD95FE86D59}"/>
          </ac:spMkLst>
        </pc:spChg>
        <pc:spChg chg="add mod">
          <ac:chgData name="Zhu Kaifeng" userId="ee11a7a6-9736-40fe-9dfc-4ce0ea41b4f4" providerId="ADAL" clId="{25A991D2-D6D0-49BD-9AE4-B03D8DF5E1C7}" dt="2026-04-16T08:50:52.581" v="1172" actId="1035"/>
          <ac:spMkLst>
            <pc:docMk/>
            <pc:sldMk cId="3332135371" sldId="256"/>
            <ac:spMk id="24" creationId="{DDED87E9-C1A9-B7D4-0AE2-FBD94EBBE4F0}"/>
          </ac:spMkLst>
        </pc:spChg>
        <pc:spChg chg="add mod">
          <ac:chgData name="Zhu Kaifeng" userId="ee11a7a6-9736-40fe-9dfc-4ce0ea41b4f4" providerId="ADAL" clId="{25A991D2-D6D0-49BD-9AE4-B03D8DF5E1C7}" dt="2026-04-16T09:23:30.927" v="2023" actId="1037"/>
          <ac:spMkLst>
            <pc:docMk/>
            <pc:sldMk cId="3332135371" sldId="256"/>
            <ac:spMk id="25" creationId="{9335B856-D774-4944-40C1-D60F55EBABAD}"/>
          </ac:spMkLst>
        </pc:spChg>
        <pc:spChg chg="add mod">
          <ac:chgData name="Zhu Kaifeng" userId="ee11a7a6-9736-40fe-9dfc-4ce0ea41b4f4" providerId="ADAL" clId="{25A991D2-D6D0-49BD-9AE4-B03D8DF5E1C7}" dt="2026-04-16T08:50:52.581" v="1172" actId="1035"/>
          <ac:spMkLst>
            <pc:docMk/>
            <pc:sldMk cId="3332135371" sldId="256"/>
            <ac:spMk id="26" creationId="{57094321-E571-4B7D-4235-E0137E72AB64}"/>
          </ac:spMkLst>
        </pc:spChg>
        <pc:spChg chg="add mod">
          <ac:chgData name="Zhu Kaifeng" userId="ee11a7a6-9736-40fe-9dfc-4ce0ea41b4f4" providerId="ADAL" clId="{25A991D2-D6D0-49BD-9AE4-B03D8DF5E1C7}" dt="2026-04-20T09:19:27.936" v="2967" actId="1037"/>
          <ac:spMkLst>
            <pc:docMk/>
            <pc:sldMk cId="3332135371" sldId="256"/>
            <ac:spMk id="29" creationId="{8D011181-C301-37C0-20C2-266FCE22A752}"/>
          </ac:spMkLst>
        </pc:spChg>
        <pc:spChg chg="add mod">
          <ac:chgData name="Zhu Kaifeng" userId="ee11a7a6-9736-40fe-9dfc-4ce0ea41b4f4" providerId="ADAL" clId="{25A991D2-D6D0-49BD-9AE4-B03D8DF5E1C7}" dt="2026-04-20T09:19:46.377" v="2971" actId="1076"/>
          <ac:spMkLst>
            <pc:docMk/>
            <pc:sldMk cId="3332135371" sldId="256"/>
            <ac:spMk id="39" creationId="{4300E61D-7DB0-793B-A031-036583A7C16E}"/>
          </ac:spMkLst>
        </pc:spChg>
        <pc:spChg chg="mod">
          <ac:chgData name="Zhu Kaifeng" userId="ee11a7a6-9736-40fe-9dfc-4ce0ea41b4f4" providerId="ADAL" clId="{25A991D2-D6D0-49BD-9AE4-B03D8DF5E1C7}" dt="2026-04-20T09:08:42.463" v="2748" actId="1035"/>
          <ac:spMkLst>
            <pc:docMk/>
            <pc:sldMk cId="3332135371" sldId="256"/>
            <ac:spMk id="41" creationId="{8D557CA7-F3BE-9C70-C896-EE245F69E372}"/>
          </ac:spMkLst>
        </pc:spChg>
        <pc:spChg chg="mod">
          <ac:chgData name="Zhu Kaifeng" userId="ee11a7a6-9736-40fe-9dfc-4ce0ea41b4f4" providerId="ADAL" clId="{25A991D2-D6D0-49BD-9AE4-B03D8DF5E1C7}" dt="2026-04-16T09:16:45.456" v="1798" actId="1038"/>
          <ac:spMkLst>
            <pc:docMk/>
            <pc:sldMk cId="3332135371" sldId="256"/>
            <ac:spMk id="44" creationId="{3FD01D32-892B-F306-9BA7-38510F86CAD3}"/>
          </ac:spMkLst>
        </pc:spChg>
        <pc:spChg chg="mod">
          <ac:chgData name="Zhu Kaifeng" userId="ee11a7a6-9736-40fe-9dfc-4ce0ea41b4f4" providerId="ADAL" clId="{25A991D2-D6D0-49BD-9AE4-B03D8DF5E1C7}" dt="2026-04-20T09:11:07.447" v="2801" actId="1076"/>
          <ac:spMkLst>
            <pc:docMk/>
            <pc:sldMk cId="3332135371" sldId="256"/>
            <ac:spMk id="45" creationId="{A875B8A6-507B-0D46-803C-74783407273B}"/>
          </ac:spMkLst>
        </pc:spChg>
        <pc:spChg chg="mod">
          <ac:chgData name="Zhu Kaifeng" userId="ee11a7a6-9736-40fe-9dfc-4ce0ea41b4f4" providerId="ADAL" clId="{25A991D2-D6D0-49BD-9AE4-B03D8DF5E1C7}" dt="2026-04-20T09:08:42.463" v="2748" actId="1035"/>
          <ac:spMkLst>
            <pc:docMk/>
            <pc:sldMk cId="3332135371" sldId="256"/>
            <ac:spMk id="46" creationId="{5C133E9F-8B5B-E2BC-3CC2-30FEE94EE411}"/>
          </ac:spMkLst>
        </pc:spChg>
        <pc:spChg chg="add mod">
          <ac:chgData name="Zhu Kaifeng" userId="ee11a7a6-9736-40fe-9dfc-4ce0ea41b4f4" providerId="ADAL" clId="{25A991D2-D6D0-49BD-9AE4-B03D8DF5E1C7}" dt="2026-04-20T09:12:01.908" v="2826" actId="14100"/>
          <ac:spMkLst>
            <pc:docMk/>
            <pc:sldMk cId="3332135371" sldId="256"/>
            <ac:spMk id="49" creationId="{A582C0F1-5540-117A-23E6-E84BCDB27E6B}"/>
          </ac:spMkLst>
        </pc:spChg>
        <pc:spChg chg="mod ord">
          <ac:chgData name="Zhu Kaifeng" userId="ee11a7a6-9736-40fe-9dfc-4ce0ea41b4f4" providerId="ADAL" clId="{25A991D2-D6D0-49BD-9AE4-B03D8DF5E1C7}" dt="2026-04-20T09:10:49.532" v="2799" actId="1076"/>
          <ac:spMkLst>
            <pc:docMk/>
            <pc:sldMk cId="3332135371" sldId="256"/>
            <ac:spMk id="52" creationId="{FF4D4890-811D-D2F3-3D71-C3A3E3A35F21}"/>
          </ac:spMkLst>
        </pc:spChg>
        <pc:spChg chg="mod ord">
          <ac:chgData name="Zhu Kaifeng" userId="ee11a7a6-9736-40fe-9dfc-4ce0ea41b4f4" providerId="ADAL" clId="{25A991D2-D6D0-49BD-9AE4-B03D8DF5E1C7}" dt="2026-04-20T09:23:54.021" v="3008" actId="1076"/>
          <ac:spMkLst>
            <pc:docMk/>
            <pc:sldMk cId="3332135371" sldId="256"/>
            <ac:spMk id="54" creationId="{CE2A5713-48D5-1037-FF00-18EB52EF1839}"/>
          </ac:spMkLst>
        </pc:spChg>
        <pc:spChg chg="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55" creationId="{11046B55-9D54-4F4B-3FB0-7281D4EDA0A1}"/>
          </ac:spMkLst>
        </pc:spChg>
        <pc:spChg chg="add mod">
          <ac:chgData name="Zhu Kaifeng" userId="ee11a7a6-9736-40fe-9dfc-4ce0ea41b4f4" providerId="ADAL" clId="{25A991D2-D6D0-49BD-9AE4-B03D8DF5E1C7}" dt="2026-04-20T09:19:43.045" v="2970" actId="1076"/>
          <ac:spMkLst>
            <pc:docMk/>
            <pc:sldMk cId="3332135371" sldId="256"/>
            <ac:spMk id="59" creationId="{470ACA3E-A40F-29A0-7559-91C404086FBF}"/>
          </ac:spMkLst>
        </pc:spChg>
        <pc:spChg chg="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63" creationId="{DE0ADE79-3A44-60BA-4A8C-9A8FC65B5A1D}"/>
          </ac:spMkLst>
        </pc:spChg>
        <pc:spChg chg="mod">
          <ac:chgData name="Zhu Kaifeng" userId="ee11a7a6-9736-40fe-9dfc-4ce0ea41b4f4" providerId="ADAL" clId="{25A991D2-D6D0-49BD-9AE4-B03D8DF5E1C7}" dt="2026-04-16T08:57:50.347" v="1210" actId="14100"/>
          <ac:spMkLst>
            <pc:docMk/>
            <pc:sldMk cId="3332135371" sldId="256"/>
            <ac:spMk id="64" creationId="{0EC93BE9-ECD9-4163-A2CD-4AD923E68809}"/>
          </ac:spMkLst>
        </pc:spChg>
        <pc:spChg chg="add mod">
          <ac:chgData name="Zhu Kaifeng" userId="ee11a7a6-9736-40fe-9dfc-4ce0ea41b4f4" providerId="ADAL" clId="{25A991D2-D6D0-49BD-9AE4-B03D8DF5E1C7}" dt="2026-04-20T09:12:01.908" v="2826" actId="14100"/>
          <ac:spMkLst>
            <pc:docMk/>
            <pc:sldMk cId="3332135371" sldId="256"/>
            <ac:spMk id="66" creationId="{DE52161C-5F7E-6100-9B82-9F6A891B62BA}"/>
          </ac:spMkLst>
        </pc:spChg>
        <pc:spChg chg="add mod ord">
          <ac:chgData name="Zhu Kaifeng" userId="ee11a7a6-9736-40fe-9dfc-4ce0ea41b4f4" providerId="ADAL" clId="{25A991D2-D6D0-49BD-9AE4-B03D8DF5E1C7}" dt="2026-04-20T08:56:03.317" v="2570" actId="1076"/>
          <ac:spMkLst>
            <pc:docMk/>
            <pc:sldMk cId="3332135371" sldId="256"/>
            <ac:spMk id="68" creationId="{3A36B5CB-2D7B-B35E-BC40-41B47549A654}"/>
          </ac:spMkLst>
        </pc:spChg>
        <pc:spChg chg="add mod ord">
          <ac:chgData name="Zhu Kaifeng" userId="ee11a7a6-9736-40fe-9dfc-4ce0ea41b4f4" providerId="ADAL" clId="{25A991D2-D6D0-49BD-9AE4-B03D8DF5E1C7}" dt="2026-04-20T08:52:03.423" v="2532" actId="14100"/>
          <ac:spMkLst>
            <pc:docMk/>
            <pc:sldMk cId="3332135371" sldId="256"/>
            <ac:spMk id="69" creationId="{2EB53E9C-E9EC-B7E3-2A90-2F8C63EB39C9}"/>
          </ac:spMkLst>
        </pc:spChg>
        <pc:spChg chg="add mod ord">
          <ac:chgData name="Zhu Kaifeng" userId="ee11a7a6-9736-40fe-9dfc-4ce0ea41b4f4" providerId="ADAL" clId="{25A991D2-D6D0-49BD-9AE4-B03D8DF5E1C7}" dt="2026-04-20T08:52:34.640" v="2539" actId="170"/>
          <ac:spMkLst>
            <pc:docMk/>
            <pc:sldMk cId="3332135371" sldId="256"/>
            <ac:spMk id="71" creationId="{83161596-DFA9-9EA7-3C87-0BFB5348A3F6}"/>
          </ac:spMkLst>
        </pc:spChg>
        <pc:spChg chg="add mod">
          <ac:chgData name="Zhu Kaifeng" userId="ee11a7a6-9736-40fe-9dfc-4ce0ea41b4f4" providerId="ADAL" clId="{25A991D2-D6D0-49BD-9AE4-B03D8DF5E1C7}" dt="2026-04-20T08:56:40.361" v="2597" actId="1036"/>
          <ac:spMkLst>
            <pc:docMk/>
            <pc:sldMk cId="3332135371" sldId="256"/>
            <ac:spMk id="72" creationId="{6CF3ECDC-31A1-1190-47FC-8023F798D7A3}"/>
          </ac:spMkLst>
        </pc:spChg>
        <pc:spChg chg="add mod">
          <ac:chgData name="Zhu Kaifeng" userId="ee11a7a6-9736-40fe-9dfc-4ce0ea41b4f4" providerId="ADAL" clId="{25A991D2-D6D0-49BD-9AE4-B03D8DF5E1C7}" dt="2026-04-16T09:23:46.627" v="2042" actId="1038"/>
          <ac:spMkLst>
            <pc:docMk/>
            <pc:sldMk cId="3332135371" sldId="256"/>
            <ac:spMk id="73" creationId="{2A7230AB-92CE-7082-76B2-DDB05DA87327}"/>
          </ac:spMkLst>
        </pc:spChg>
        <pc:spChg chg="add mod">
          <ac:chgData name="Zhu Kaifeng" userId="ee11a7a6-9736-40fe-9dfc-4ce0ea41b4f4" providerId="ADAL" clId="{25A991D2-D6D0-49BD-9AE4-B03D8DF5E1C7}" dt="2026-04-20T08:59:37.365" v="2616" actId="14100"/>
          <ac:spMkLst>
            <pc:docMk/>
            <pc:sldMk cId="3332135371" sldId="256"/>
            <ac:spMk id="75" creationId="{B0F24A53-5E8A-FDDB-C5B2-6FF63E1348DA}"/>
          </ac:spMkLst>
        </pc:spChg>
        <pc:spChg chg="add mod">
          <ac:chgData name="Zhu Kaifeng" userId="ee11a7a6-9736-40fe-9dfc-4ce0ea41b4f4" providerId="ADAL" clId="{25A991D2-D6D0-49BD-9AE4-B03D8DF5E1C7}" dt="2026-04-20T08:56:44.050" v="2598" actId="14100"/>
          <ac:spMkLst>
            <pc:docMk/>
            <pc:sldMk cId="3332135371" sldId="256"/>
            <ac:spMk id="77" creationId="{3D3918FE-56D2-5E4C-35F1-5E8F4D0E3689}"/>
          </ac:spMkLst>
        </pc:spChg>
        <pc:spChg chg="add mod">
          <ac:chgData name="Zhu Kaifeng" userId="ee11a7a6-9736-40fe-9dfc-4ce0ea41b4f4" providerId="ADAL" clId="{25A991D2-D6D0-49BD-9AE4-B03D8DF5E1C7}" dt="2026-04-16T09:05:18.101" v="1479" actId="1036"/>
          <ac:spMkLst>
            <pc:docMk/>
            <pc:sldMk cId="3332135371" sldId="256"/>
            <ac:spMk id="85" creationId="{8C71E17E-E269-077A-5C86-B42F5296270A}"/>
          </ac:spMkLst>
        </pc:spChg>
        <pc:spChg chg="add 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86" creationId="{E6781550-07DE-525F-2B1B-A9A4947DD246}"/>
          </ac:spMkLst>
        </pc:spChg>
        <pc:spChg chg="mod">
          <ac:chgData name="Zhu Kaifeng" userId="ee11a7a6-9736-40fe-9dfc-4ce0ea41b4f4" providerId="ADAL" clId="{25A991D2-D6D0-49BD-9AE4-B03D8DF5E1C7}" dt="2026-04-16T08:56:57.191" v="1202"/>
          <ac:spMkLst>
            <pc:docMk/>
            <pc:sldMk cId="3332135371" sldId="256"/>
            <ac:spMk id="95" creationId="{FF7CF96D-0933-32E8-D496-9361435D63F5}"/>
          </ac:spMkLst>
        </pc:spChg>
        <pc:spChg chg="mod">
          <ac:chgData name="Zhu Kaifeng" userId="ee11a7a6-9736-40fe-9dfc-4ce0ea41b4f4" providerId="ADAL" clId="{25A991D2-D6D0-49BD-9AE4-B03D8DF5E1C7}" dt="2026-04-20T09:23:40.468" v="3007" actId="1076"/>
          <ac:spMkLst>
            <pc:docMk/>
            <pc:sldMk cId="3332135371" sldId="256"/>
            <ac:spMk id="101" creationId="{93C7863A-F389-6EB2-B610-6AB3EE8F579E}"/>
          </ac:spMkLst>
        </pc:spChg>
        <pc:spChg chg="mod">
          <ac:chgData name="Zhu Kaifeng" userId="ee11a7a6-9736-40fe-9dfc-4ce0ea41b4f4" providerId="ADAL" clId="{25A991D2-D6D0-49BD-9AE4-B03D8DF5E1C7}" dt="2026-04-16T09:16:57.205" v="1800" actId="14100"/>
          <ac:spMkLst>
            <pc:docMk/>
            <pc:sldMk cId="3332135371" sldId="256"/>
            <ac:spMk id="102" creationId="{8DD474B3-0D8C-7E09-4515-0A86DD8CEB79}"/>
          </ac:spMkLst>
        </pc:spChg>
        <pc:spChg chg="mod">
          <ac:chgData name="Zhu Kaifeng" userId="ee11a7a6-9736-40fe-9dfc-4ce0ea41b4f4" providerId="ADAL" clId="{25A991D2-D6D0-49BD-9AE4-B03D8DF5E1C7}" dt="2026-04-16T09:23:19.205" v="2015" actId="1037"/>
          <ac:spMkLst>
            <pc:docMk/>
            <pc:sldMk cId="3332135371" sldId="256"/>
            <ac:spMk id="103" creationId="{18A57628-99ED-541F-C14F-B8B4F2B3E610}"/>
          </ac:spMkLst>
        </pc:spChg>
        <pc:spChg chg="mod">
          <ac:chgData name="Zhu Kaifeng" userId="ee11a7a6-9736-40fe-9dfc-4ce0ea41b4f4" providerId="ADAL" clId="{25A991D2-D6D0-49BD-9AE4-B03D8DF5E1C7}" dt="2026-04-16T09:16:45.456" v="1798" actId="1038"/>
          <ac:spMkLst>
            <pc:docMk/>
            <pc:sldMk cId="3332135371" sldId="256"/>
            <ac:spMk id="115" creationId="{E4D8DFA5-579E-9883-6234-A06F1D800A36}"/>
          </ac:spMkLst>
        </pc:spChg>
        <pc:spChg chg="mod">
          <ac:chgData name="Zhu Kaifeng" userId="ee11a7a6-9736-40fe-9dfc-4ce0ea41b4f4" providerId="ADAL" clId="{25A991D2-D6D0-49BD-9AE4-B03D8DF5E1C7}" dt="2026-04-20T09:23:23.244" v="3004" actId="1076"/>
          <ac:spMkLst>
            <pc:docMk/>
            <pc:sldMk cId="3332135371" sldId="256"/>
            <ac:spMk id="143" creationId="{2A56F455-FC0B-CD70-11A4-7A8413A889C5}"/>
          </ac:spMkLst>
        </pc:spChg>
        <pc:spChg chg="add mod">
          <ac:chgData name="Zhu Kaifeng" userId="ee11a7a6-9736-40fe-9dfc-4ce0ea41b4f4" providerId="ADAL" clId="{25A991D2-D6D0-49BD-9AE4-B03D8DF5E1C7}" dt="2026-04-20T09:18:36.102" v="2940" actId="1037"/>
          <ac:spMkLst>
            <pc:docMk/>
            <pc:sldMk cId="3332135371" sldId="256"/>
            <ac:spMk id="157" creationId="{9F070DA6-65F0-7985-8E79-050D75248486}"/>
          </ac:spMkLst>
        </pc:spChg>
        <pc:spChg chg="add mod">
          <ac:chgData name="Zhu Kaifeng" userId="ee11a7a6-9736-40fe-9dfc-4ce0ea41b4f4" providerId="ADAL" clId="{25A991D2-D6D0-49BD-9AE4-B03D8DF5E1C7}" dt="2026-04-16T09:27:28.960" v="2107" actId="20577"/>
          <ac:spMkLst>
            <pc:docMk/>
            <pc:sldMk cId="3332135371" sldId="256"/>
            <ac:spMk id="161" creationId="{9E738F3C-E1C0-12FF-FA02-ADCF87820BDF}"/>
          </ac:spMkLst>
        </pc:spChg>
        <pc:spChg chg="mod">
          <ac:chgData name="Zhu Kaifeng" userId="ee11a7a6-9736-40fe-9dfc-4ce0ea41b4f4" providerId="ADAL" clId="{25A991D2-D6D0-49BD-9AE4-B03D8DF5E1C7}" dt="2026-04-16T09:16:40.126" v="1795" actId="1037"/>
          <ac:spMkLst>
            <pc:docMk/>
            <pc:sldMk cId="3332135371" sldId="256"/>
            <ac:spMk id="171" creationId="{4D83954B-FE85-21BD-C965-A7DE8BD97D4B}"/>
          </ac:spMkLst>
        </pc:spChg>
        <pc:spChg chg="mod">
          <ac:chgData name="Zhu Kaifeng" userId="ee11a7a6-9736-40fe-9dfc-4ce0ea41b4f4" providerId="ADAL" clId="{25A991D2-D6D0-49BD-9AE4-B03D8DF5E1C7}" dt="2026-04-16T09:16:40.126" v="1795" actId="1037"/>
          <ac:spMkLst>
            <pc:docMk/>
            <pc:sldMk cId="3332135371" sldId="256"/>
            <ac:spMk id="172" creationId="{3CB16EBA-A5B2-661C-4336-015F58108D12}"/>
          </ac:spMkLst>
        </pc:spChg>
        <pc:spChg chg="add mod">
          <ac:chgData name="Zhu Kaifeng" userId="ee11a7a6-9736-40fe-9dfc-4ce0ea41b4f4" providerId="ADAL" clId="{25A991D2-D6D0-49BD-9AE4-B03D8DF5E1C7}" dt="2026-04-20T09:12:06.886" v="2827" actId="14100"/>
          <ac:spMkLst>
            <pc:docMk/>
            <pc:sldMk cId="3332135371" sldId="256"/>
            <ac:spMk id="180" creationId="{7C15B524-6585-F78A-AD28-D6F5F71E0F5D}"/>
          </ac:spMkLst>
        </pc:spChg>
        <pc:spChg chg="mod">
          <ac:chgData name="Zhu Kaifeng" userId="ee11a7a6-9736-40fe-9dfc-4ce0ea41b4f4" providerId="ADAL" clId="{25A991D2-D6D0-49BD-9AE4-B03D8DF5E1C7}" dt="2026-04-20T08:47:54.618" v="2475" actId="1038"/>
          <ac:spMkLst>
            <pc:docMk/>
            <pc:sldMk cId="3332135371" sldId="256"/>
            <ac:spMk id="182" creationId="{0A0E4D6D-C5C5-0736-2BA6-14E618465182}"/>
          </ac:spMkLst>
        </pc:spChg>
        <pc:spChg chg="mod">
          <ac:chgData name="Zhu Kaifeng" userId="ee11a7a6-9736-40fe-9dfc-4ce0ea41b4f4" providerId="ADAL" clId="{25A991D2-D6D0-49BD-9AE4-B03D8DF5E1C7}" dt="2026-04-16T09:23:19.205" v="2015" actId="1037"/>
          <ac:spMkLst>
            <pc:docMk/>
            <pc:sldMk cId="3332135371" sldId="256"/>
            <ac:spMk id="189" creationId="{B6272264-60F4-2EDA-E0A8-01077415000C}"/>
          </ac:spMkLst>
        </pc:spChg>
        <pc:spChg chg="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193" creationId="{CB86B5E3-4096-2DAD-2AD4-A05863692896}"/>
          </ac:spMkLst>
        </pc:spChg>
        <pc:spChg chg="add mod">
          <ac:chgData name="Zhu Kaifeng" userId="ee11a7a6-9736-40fe-9dfc-4ce0ea41b4f4" providerId="ADAL" clId="{25A991D2-D6D0-49BD-9AE4-B03D8DF5E1C7}" dt="2026-04-16T09:28:35.108" v="2160" actId="1038"/>
          <ac:spMkLst>
            <pc:docMk/>
            <pc:sldMk cId="3332135371" sldId="256"/>
            <ac:spMk id="195" creationId="{E961ABC8-48B4-D4DD-622E-C52C18165875}"/>
          </ac:spMkLst>
        </pc:spChg>
        <pc:spChg chg="add mod">
          <ac:chgData name="Zhu Kaifeng" userId="ee11a7a6-9736-40fe-9dfc-4ce0ea41b4f4" providerId="ADAL" clId="{25A991D2-D6D0-49BD-9AE4-B03D8DF5E1C7}" dt="2026-04-16T09:23:19.205" v="2015" actId="1037"/>
          <ac:spMkLst>
            <pc:docMk/>
            <pc:sldMk cId="3332135371" sldId="256"/>
            <ac:spMk id="196" creationId="{6571C5C2-07BA-B391-C538-0474D6677744}"/>
          </ac:spMkLst>
        </pc:spChg>
        <pc:spChg chg="add mod">
          <ac:chgData name="Zhu Kaifeng" userId="ee11a7a6-9736-40fe-9dfc-4ce0ea41b4f4" providerId="ADAL" clId="{25A991D2-D6D0-49BD-9AE4-B03D8DF5E1C7}" dt="2026-04-20T09:20:23.604" v="2977" actId="1038"/>
          <ac:spMkLst>
            <pc:docMk/>
            <pc:sldMk cId="3332135371" sldId="256"/>
            <ac:spMk id="211" creationId="{277911CA-0CF3-7F1C-9D13-F6090D1D3545}"/>
          </ac:spMkLst>
        </pc:spChg>
        <pc:spChg chg="add mod">
          <ac:chgData name="Zhu Kaifeng" userId="ee11a7a6-9736-40fe-9dfc-4ce0ea41b4f4" providerId="ADAL" clId="{25A991D2-D6D0-49BD-9AE4-B03D8DF5E1C7}" dt="2026-04-20T09:23:27.328" v="3006" actId="1076"/>
          <ac:spMkLst>
            <pc:docMk/>
            <pc:sldMk cId="3332135371" sldId="256"/>
            <ac:spMk id="247" creationId="{28662058-1106-AA46-0E6B-ECDC22764F35}"/>
          </ac:spMkLst>
        </pc:spChg>
        <pc:spChg chg="add mod">
          <ac:chgData name="Zhu Kaifeng" userId="ee11a7a6-9736-40fe-9dfc-4ce0ea41b4f4" providerId="ADAL" clId="{25A991D2-D6D0-49BD-9AE4-B03D8DF5E1C7}" dt="2026-04-16T09:21:25.464" v="1975" actId="1076"/>
          <ac:spMkLst>
            <pc:docMk/>
            <pc:sldMk cId="3332135371" sldId="256"/>
            <ac:spMk id="250" creationId="{E58561A1-6918-097C-EF7A-56E091EFA564}"/>
          </ac:spMkLst>
        </pc:spChg>
        <pc:spChg chg="add mod">
          <ac:chgData name="Zhu Kaifeng" userId="ee11a7a6-9736-40fe-9dfc-4ce0ea41b4f4" providerId="ADAL" clId="{25A991D2-D6D0-49BD-9AE4-B03D8DF5E1C7}" dt="2026-04-20T08:48:05.785" v="2494" actId="1038"/>
          <ac:spMkLst>
            <pc:docMk/>
            <pc:sldMk cId="3332135371" sldId="256"/>
            <ac:spMk id="251" creationId="{32DB5E9E-A9C3-568F-AEE9-F01BDF3687A2}"/>
          </ac:spMkLst>
        </pc:spChg>
        <pc:spChg chg="add mod">
          <ac:chgData name="Zhu Kaifeng" userId="ee11a7a6-9736-40fe-9dfc-4ce0ea41b4f4" providerId="ADAL" clId="{25A991D2-D6D0-49BD-9AE4-B03D8DF5E1C7}" dt="2026-04-20T09:19:53.185" v="2972" actId="1076"/>
          <ac:spMkLst>
            <pc:docMk/>
            <pc:sldMk cId="3332135371" sldId="256"/>
            <ac:spMk id="252" creationId="{8FA79EB7-BD15-2601-D4D0-2629419E85BC}"/>
          </ac:spMkLst>
        </pc:spChg>
        <pc:picChg chg="mod">
          <ac:chgData name="Zhu Kaifeng" userId="ee11a7a6-9736-40fe-9dfc-4ce0ea41b4f4" providerId="ADAL" clId="{25A991D2-D6D0-49BD-9AE4-B03D8DF5E1C7}" dt="2026-04-20T09:10:28.588" v="2797" actId="1035"/>
          <ac:picMkLst>
            <pc:docMk/>
            <pc:sldMk cId="3332135371" sldId="256"/>
            <ac:picMk id="235" creationId="{6EFFB194-DD64-CC95-3472-14DB7858DCF5}"/>
          </ac:picMkLst>
        </pc:picChg>
        <pc:picChg chg="mod">
          <ac:chgData name="Zhu Kaifeng" userId="ee11a7a6-9736-40fe-9dfc-4ce0ea41b4f4" providerId="ADAL" clId="{25A991D2-D6D0-49BD-9AE4-B03D8DF5E1C7}" dt="2026-04-16T09:16:40.126" v="1795" actId="1037"/>
          <ac:picMkLst>
            <pc:docMk/>
            <pc:sldMk cId="3332135371" sldId="256"/>
            <ac:picMk id="236" creationId="{2D28A46F-6E88-CDBD-982E-36A8365987E5}"/>
          </ac:picMkLst>
        </pc:picChg>
        <pc:picChg chg="add mod">
          <ac:chgData name="Zhu Kaifeng" userId="ee11a7a6-9736-40fe-9dfc-4ce0ea41b4f4" providerId="ADAL" clId="{25A991D2-D6D0-49BD-9AE4-B03D8DF5E1C7}" dt="2026-04-20T09:10:28.588" v="2797" actId="1035"/>
          <ac:picMkLst>
            <pc:docMk/>
            <pc:sldMk cId="3332135371" sldId="256"/>
            <ac:picMk id="270" creationId="{84D58438-C8C4-BCA9-0B80-E1F9FC48A313}"/>
          </ac:picMkLst>
        </pc:picChg>
        <pc:cxnChg chg="add mod">
          <ac:chgData name="Zhu Kaifeng" userId="ee11a7a6-9736-40fe-9dfc-4ce0ea41b4f4" providerId="ADAL" clId="{25A991D2-D6D0-49BD-9AE4-B03D8DF5E1C7}" dt="2026-04-16T09:23:46.627" v="2042" actId="1038"/>
          <ac:cxnSpMkLst>
            <pc:docMk/>
            <pc:sldMk cId="3332135371" sldId="256"/>
            <ac:cxnSpMk id="17" creationId="{A2D7AF0F-F997-F436-4A16-9AD32C90BC05}"/>
          </ac:cxnSpMkLst>
        </pc:cxnChg>
        <pc:cxnChg chg="add mod">
          <ac:chgData name="Zhu Kaifeng" userId="ee11a7a6-9736-40fe-9dfc-4ce0ea41b4f4" providerId="ADAL" clId="{25A991D2-D6D0-49BD-9AE4-B03D8DF5E1C7}" dt="2026-04-16T09:23:30.927" v="2023" actId="1037"/>
          <ac:cxnSpMkLst>
            <pc:docMk/>
            <pc:sldMk cId="3332135371" sldId="256"/>
            <ac:cxnSpMk id="20" creationId="{1C497779-0026-FB37-774E-9B834893EC16}"/>
          </ac:cxnSpMkLst>
        </pc:cxnChg>
        <pc:cxnChg chg="add mod">
          <ac:chgData name="Zhu Kaifeng" userId="ee11a7a6-9736-40fe-9dfc-4ce0ea41b4f4" providerId="ADAL" clId="{25A991D2-D6D0-49BD-9AE4-B03D8DF5E1C7}" dt="2026-04-16T08:45:54.810" v="970" actId="14100"/>
          <ac:cxnSpMkLst>
            <pc:docMk/>
            <pc:sldMk cId="3332135371" sldId="256"/>
            <ac:cxnSpMk id="31" creationId="{A62564A3-5AB9-7207-17C6-0E92A9789984}"/>
          </ac:cxnSpMkLst>
        </pc:cxnChg>
        <pc:cxnChg chg="add mod">
          <ac:chgData name="Zhu Kaifeng" userId="ee11a7a6-9736-40fe-9dfc-4ce0ea41b4f4" providerId="ADAL" clId="{25A991D2-D6D0-49BD-9AE4-B03D8DF5E1C7}" dt="2026-04-20T09:19:27.936" v="2967" actId="1037"/>
          <ac:cxnSpMkLst>
            <pc:docMk/>
            <pc:sldMk cId="3332135371" sldId="256"/>
            <ac:cxnSpMk id="35" creationId="{E2B89609-2F25-01FA-4B49-54D5FD47AFD7}"/>
          </ac:cxnSpMkLst>
        </pc:cxnChg>
        <pc:cxnChg chg="add mod">
          <ac:chgData name="Zhu Kaifeng" userId="ee11a7a6-9736-40fe-9dfc-4ce0ea41b4f4" providerId="ADAL" clId="{25A991D2-D6D0-49BD-9AE4-B03D8DF5E1C7}" dt="2026-04-20T09:08:42.463" v="2748" actId="1035"/>
          <ac:cxnSpMkLst>
            <pc:docMk/>
            <pc:sldMk cId="3332135371" sldId="256"/>
            <ac:cxnSpMk id="36" creationId="{58C103AB-895D-FD28-4D8D-D4465E6B534A}"/>
          </ac:cxnSpMkLst>
        </pc:cxnChg>
        <pc:cxnChg chg="mod">
          <ac:chgData name="Zhu Kaifeng" userId="ee11a7a6-9736-40fe-9dfc-4ce0ea41b4f4" providerId="ADAL" clId="{25A991D2-D6D0-49BD-9AE4-B03D8DF5E1C7}" dt="2026-04-20T09:10:49.532" v="2799" actId="1076"/>
          <ac:cxnSpMkLst>
            <pc:docMk/>
            <pc:sldMk cId="3332135371" sldId="256"/>
            <ac:cxnSpMk id="42" creationId="{F19850C9-42E6-F566-5A51-10EB30AE568D}"/>
          </ac:cxnSpMkLst>
        </pc:cxnChg>
        <pc:cxnChg chg="add mod">
          <ac:chgData name="Zhu Kaifeng" userId="ee11a7a6-9736-40fe-9dfc-4ce0ea41b4f4" providerId="ADAL" clId="{25A991D2-D6D0-49BD-9AE4-B03D8DF5E1C7}" dt="2026-04-20T09:21:50.037" v="2995" actId="14100"/>
          <ac:cxnSpMkLst>
            <pc:docMk/>
            <pc:sldMk cId="3332135371" sldId="256"/>
            <ac:cxnSpMk id="53" creationId="{6F747F8B-07F3-EE60-3F91-C33F4CF3DA0B}"/>
          </ac:cxnSpMkLst>
        </pc:cxnChg>
        <pc:cxnChg chg="add mod">
          <ac:chgData name="Zhu Kaifeng" userId="ee11a7a6-9736-40fe-9dfc-4ce0ea41b4f4" providerId="ADAL" clId="{25A991D2-D6D0-49BD-9AE4-B03D8DF5E1C7}" dt="2026-04-16T09:23:30.927" v="2023" actId="1037"/>
          <ac:cxnSpMkLst>
            <pc:docMk/>
            <pc:sldMk cId="3332135371" sldId="256"/>
            <ac:cxnSpMk id="58" creationId="{5DB0C865-0362-329E-1E37-42AC344CD119}"/>
          </ac:cxnSpMkLst>
        </pc:cxnChg>
        <pc:cxnChg chg="add mod">
          <ac:chgData name="Zhu Kaifeng" userId="ee11a7a6-9736-40fe-9dfc-4ce0ea41b4f4" providerId="ADAL" clId="{25A991D2-D6D0-49BD-9AE4-B03D8DF5E1C7}" dt="2026-04-20T09:12:01.908" v="2826" actId="14100"/>
          <ac:cxnSpMkLst>
            <pc:docMk/>
            <pc:sldMk cId="3332135371" sldId="256"/>
            <ac:cxnSpMk id="60" creationId="{874247F3-5B82-AF7D-6862-1E7DC8B0B70D}"/>
          </ac:cxnSpMkLst>
        </pc:cxnChg>
        <pc:cxnChg chg="add mod">
          <ac:chgData name="Zhu Kaifeng" userId="ee11a7a6-9736-40fe-9dfc-4ce0ea41b4f4" providerId="ADAL" clId="{25A991D2-D6D0-49BD-9AE4-B03D8DF5E1C7}" dt="2026-04-16T09:23:30.927" v="2023" actId="1037"/>
          <ac:cxnSpMkLst>
            <pc:docMk/>
            <pc:sldMk cId="3332135371" sldId="256"/>
            <ac:cxnSpMk id="62" creationId="{8B2195C5-4A4A-BBCA-DD4F-A3F6CB5DA00B}"/>
          </ac:cxnSpMkLst>
        </pc:cxnChg>
        <pc:cxnChg chg="add mod">
          <ac:chgData name="Zhu Kaifeng" userId="ee11a7a6-9736-40fe-9dfc-4ce0ea41b4f4" providerId="ADAL" clId="{25A991D2-D6D0-49BD-9AE4-B03D8DF5E1C7}" dt="2026-04-16T08:45:47.584" v="968" actId="1037"/>
          <ac:cxnSpMkLst>
            <pc:docMk/>
            <pc:sldMk cId="3332135371" sldId="256"/>
            <ac:cxnSpMk id="67" creationId="{A87769B8-2641-14AA-F2B0-023F3BD1F12D}"/>
          </ac:cxnSpMkLst>
        </pc:cxnChg>
        <pc:cxnChg chg="mod">
          <ac:chgData name="Zhu Kaifeng" userId="ee11a7a6-9736-40fe-9dfc-4ce0ea41b4f4" providerId="ADAL" clId="{25A991D2-D6D0-49BD-9AE4-B03D8DF5E1C7}" dt="2026-04-20T09:22:32.533" v="2996" actId="14100"/>
          <ac:cxnSpMkLst>
            <pc:docMk/>
            <pc:sldMk cId="3332135371" sldId="256"/>
            <ac:cxnSpMk id="70" creationId="{2EB650AD-0075-4F7D-5BDD-B0DF12C9B9CB}"/>
          </ac:cxnSpMkLst>
        </pc:cxnChg>
        <pc:cxnChg chg="mod">
          <ac:chgData name="Zhu Kaifeng" userId="ee11a7a6-9736-40fe-9dfc-4ce0ea41b4f4" providerId="ADAL" clId="{25A991D2-D6D0-49BD-9AE4-B03D8DF5E1C7}" dt="2026-04-20T09:22:35.781" v="2997" actId="14100"/>
          <ac:cxnSpMkLst>
            <pc:docMk/>
            <pc:sldMk cId="3332135371" sldId="256"/>
            <ac:cxnSpMk id="74" creationId="{3A491FC2-2B3C-3C5A-3534-846087AD32F4}"/>
          </ac:cxnSpMkLst>
        </pc:cxnChg>
        <pc:cxnChg chg="add mod">
          <ac:chgData name="Zhu Kaifeng" userId="ee11a7a6-9736-40fe-9dfc-4ce0ea41b4f4" providerId="ADAL" clId="{25A991D2-D6D0-49BD-9AE4-B03D8DF5E1C7}" dt="2026-04-16T09:25:02.961" v="2075" actId="14100"/>
          <ac:cxnSpMkLst>
            <pc:docMk/>
            <pc:sldMk cId="3332135371" sldId="256"/>
            <ac:cxnSpMk id="76" creationId="{E37300C5-588C-F0F0-3B4C-9EF4A15D9DA7}"/>
          </ac:cxnSpMkLst>
        </pc:cxnChg>
        <pc:cxnChg chg="mod">
          <ac:chgData name="Zhu Kaifeng" userId="ee11a7a6-9736-40fe-9dfc-4ce0ea41b4f4" providerId="ADAL" clId="{25A991D2-D6D0-49BD-9AE4-B03D8DF5E1C7}" dt="2026-04-16T09:16:57.205" v="1800" actId="14100"/>
          <ac:cxnSpMkLst>
            <pc:docMk/>
            <pc:sldMk cId="3332135371" sldId="256"/>
            <ac:cxnSpMk id="78" creationId="{FE4795C3-BD82-6A02-D5F3-1631065619E1}"/>
          </ac:cxnSpMkLst>
        </pc:cxnChg>
        <pc:cxnChg chg="add mod">
          <ac:chgData name="Zhu Kaifeng" userId="ee11a7a6-9736-40fe-9dfc-4ce0ea41b4f4" providerId="ADAL" clId="{25A991D2-D6D0-49BD-9AE4-B03D8DF5E1C7}" dt="2026-04-20T09:21:24.160" v="2993" actId="1036"/>
          <ac:cxnSpMkLst>
            <pc:docMk/>
            <pc:sldMk cId="3332135371" sldId="256"/>
            <ac:cxnSpMk id="79" creationId="{FDB36DBB-B81C-BCE1-8C2B-51E97FFBB958}"/>
          </ac:cxnSpMkLst>
        </pc:cxnChg>
        <pc:cxnChg chg="mod">
          <ac:chgData name="Zhu Kaifeng" userId="ee11a7a6-9736-40fe-9dfc-4ce0ea41b4f4" providerId="ADAL" clId="{25A991D2-D6D0-49BD-9AE4-B03D8DF5E1C7}" dt="2026-04-16T09:16:57.205" v="1800" actId="14100"/>
          <ac:cxnSpMkLst>
            <pc:docMk/>
            <pc:sldMk cId="3332135371" sldId="256"/>
            <ac:cxnSpMk id="80" creationId="{47875AA7-58F7-5684-EB50-7E1BAF8B6099}"/>
          </ac:cxnSpMkLst>
        </pc:cxnChg>
        <pc:cxnChg chg="add mod">
          <ac:chgData name="Zhu Kaifeng" userId="ee11a7a6-9736-40fe-9dfc-4ce0ea41b4f4" providerId="ADAL" clId="{25A991D2-D6D0-49BD-9AE4-B03D8DF5E1C7}" dt="2026-04-16T09:23:46.627" v="2042" actId="1038"/>
          <ac:cxnSpMkLst>
            <pc:docMk/>
            <pc:sldMk cId="3332135371" sldId="256"/>
            <ac:cxnSpMk id="81" creationId="{331F7CD7-2EA3-1E56-396A-4E5DB684F412}"/>
          </ac:cxnSpMkLst>
        </pc:cxnChg>
        <pc:cxnChg chg="add mod">
          <ac:chgData name="Zhu Kaifeng" userId="ee11a7a6-9736-40fe-9dfc-4ce0ea41b4f4" providerId="ADAL" clId="{25A991D2-D6D0-49BD-9AE4-B03D8DF5E1C7}" dt="2026-04-20T09:05:02.775" v="2712" actId="1038"/>
          <ac:cxnSpMkLst>
            <pc:docMk/>
            <pc:sldMk cId="3332135371" sldId="256"/>
            <ac:cxnSpMk id="99" creationId="{458DDA01-9F56-FF4C-BA0B-16F6EDFD4312}"/>
          </ac:cxnSpMkLst>
        </pc:cxnChg>
        <pc:cxnChg chg="mod">
          <ac:chgData name="Zhu Kaifeng" userId="ee11a7a6-9736-40fe-9dfc-4ce0ea41b4f4" providerId="ADAL" clId="{25A991D2-D6D0-49BD-9AE4-B03D8DF5E1C7}" dt="2026-04-20T09:10:49.532" v="2799" actId="1076"/>
          <ac:cxnSpMkLst>
            <pc:docMk/>
            <pc:sldMk cId="3332135371" sldId="256"/>
            <ac:cxnSpMk id="122" creationId="{7B501D96-489E-A48A-9C8F-9CDB5A31F463}"/>
          </ac:cxnSpMkLst>
        </pc:cxnChg>
        <pc:cxnChg chg="mod">
          <ac:chgData name="Zhu Kaifeng" userId="ee11a7a6-9736-40fe-9dfc-4ce0ea41b4f4" providerId="ADAL" clId="{25A991D2-D6D0-49BD-9AE4-B03D8DF5E1C7}" dt="2026-04-20T09:22:48.489" v="2998" actId="14100"/>
          <ac:cxnSpMkLst>
            <pc:docMk/>
            <pc:sldMk cId="3332135371" sldId="256"/>
            <ac:cxnSpMk id="130" creationId="{519F2B95-51FB-C152-CAC7-0637A9BB76B7}"/>
          </ac:cxnSpMkLst>
        </pc:cxnChg>
        <pc:cxnChg chg="mod">
          <ac:chgData name="Zhu Kaifeng" userId="ee11a7a6-9736-40fe-9dfc-4ce0ea41b4f4" providerId="ADAL" clId="{25A991D2-D6D0-49BD-9AE4-B03D8DF5E1C7}" dt="2026-04-16T08:45:47.584" v="968" actId="1037"/>
          <ac:cxnSpMkLst>
            <pc:docMk/>
            <pc:sldMk cId="3332135371" sldId="256"/>
            <ac:cxnSpMk id="154" creationId="{47674B1A-56FF-79F8-7D4E-A5BF200EF985}"/>
          </ac:cxnSpMkLst>
        </pc:cxnChg>
        <pc:cxnChg chg="add mod">
          <ac:chgData name="Zhu Kaifeng" userId="ee11a7a6-9736-40fe-9dfc-4ce0ea41b4f4" providerId="ADAL" clId="{25A991D2-D6D0-49BD-9AE4-B03D8DF5E1C7}" dt="2026-04-16T09:25:02.961" v="2075" actId="14100"/>
          <ac:cxnSpMkLst>
            <pc:docMk/>
            <pc:sldMk cId="3332135371" sldId="256"/>
            <ac:cxnSpMk id="163" creationId="{745951EF-8BEA-74FF-A152-43D6BE4A9E32}"/>
          </ac:cxnSpMkLst>
        </pc:cxnChg>
        <pc:cxnChg chg="add mod ord">
          <ac:chgData name="Zhu Kaifeng" userId="ee11a7a6-9736-40fe-9dfc-4ce0ea41b4f4" providerId="ADAL" clId="{25A991D2-D6D0-49BD-9AE4-B03D8DF5E1C7}" dt="2026-04-20T09:05:10.004" v="2714" actId="14100"/>
          <ac:cxnSpMkLst>
            <pc:docMk/>
            <pc:sldMk cId="3332135371" sldId="256"/>
            <ac:cxnSpMk id="170" creationId="{89767A69-8380-C697-E1EB-9183EAA5F0E0}"/>
          </ac:cxnSpMkLst>
        </pc:cxnChg>
        <pc:cxnChg chg="add mod">
          <ac:chgData name="Zhu Kaifeng" userId="ee11a7a6-9736-40fe-9dfc-4ce0ea41b4f4" providerId="ADAL" clId="{25A991D2-D6D0-49BD-9AE4-B03D8DF5E1C7}" dt="2026-04-16T09:24:10.492" v="2066" actId="14100"/>
          <ac:cxnSpMkLst>
            <pc:docMk/>
            <pc:sldMk cId="3332135371" sldId="256"/>
            <ac:cxnSpMk id="184" creationId="{A4442284-1CA0-A7A2-ECBA-0F96DC8C2D8C}"/>
          </ac:cxnSpMkLst>
        </pc:cxnChg>
        <pc:cxnChg chg="mod">
          <ac:chgData name="Zhu Kaifeng" userId="ee11a7a6-9736-40fe-9dfc-4ce0ea41b4f4" providerId="ADAL" clId="{25A991D2-D6D0-49BD-9AE4-B03D8DF5E1C7}" dt="2026-04-20T09:08:42.463" v="2748" actId="1035"/>
          <ac:cxnSpMkLst>
            <pc:docMk/>
            <pc:sldMk cId="3332135371" sldId="256"/>
            <ac:cxnSpMk id="190" creationId="{29D5EC91-6D75-611D-04F1-3688F74B8053}"/>
          </ac:cxnSpMkLst>
        </pc:cxnChg>
        <pc:cxnChg chg="add mod">
          <ac:chgData name="Zhu Kaifeng" userId="ee11a7a6-9736-40fe-9dfc-4ce0ea41b4f4" providerId="ADAL" clId="{25A991D2-D6D0-49BD-9AE4-B03D8DF5E1C7}" dt="2026-04-16T09:24:17.910" v="2067" actId="14100"/>
          <ac:cxnSpMkLst>
            <pc:docMk/>
            <pc:sldMk cId="3332135371" sldId="256"/>
            <ac:cxnSpMk id="206" creationId="{C3860C3E-FFD7-EBB1-4E3B-5B02D6A2FFE8}"/>
          </ac:cxnSpMkLst>
        </pc:cxnChg>
        <pc:cxnChg chg="add mod">
          <ac:chgData name="Zhu Kaifeng" userId="ee11a7a6-9736-40fe-9dfc-4ce0ea41b4f4" providerId="ADAL" clId="{25A991D2-D6D0-49BD-9AE4-B03D8DF5E1C7}" dt="2026-04-20T09:18:36.102" v="2940" actId="1037"/>
          <ac:cxnSpMkLst>
            <pc:docMk/>
            <pc:sldMk cId="3332135371" sldId="256"/>
            <ac:cxnSpMk id="212" creationId="{E6AA0DE8-5618-FD23-859F-CA282B16E120}"/>
          </ac:cxnSpMkLst>
        </pc:cxnChg>
        <pc:cxnChg chg="add mod">
          <ac:chgData name="Zhu Kaifeng" userId="ee11a7a6-9736-40fe-9dfc-4ce0ea41b4f4" providerId="ADAL" clId="{25A991D2-D6D0-49BD-9AE4-B03D8DF5E1C7}" dt="2026-04-20T09:19:27.936" v="2967" actId="1037"/>
          <ac:cxnSpMkLst>
            <pc:docMk/>
            <pc:sldMk cId="3332135371" sldId="256"/>
            <ac:cxnSpMk id="217" creationId="{96A8D0D8-5FDA-4069-44F8-71CEDB6EF789}"/>
          </ac:cxnSpMkLst>
        </pc:cxnChg>
        <pc:cxnChg chg="add mod">
          <ac:chgData name="Zhu Kaifeng" userId="ee11a7a6-9736-40fe-9dfc-4ce0ea41b4f4" providerId="ADAL" clId="{25A991D2-D6D0-49BD-9AE4-B03D8DF5E1C7}" dt="2026-04-20T09:21:24.160" v="2993" actId="1036"/>
          <ac:cxnSpMkLst>
            <pc:docMk/>
            <pc:sldMk cId="3332135371" sldId="256"/>
            <ac:cxnSpMk id="219" creationId="{A46FD7DC-9869-3A54-C7B7-A4E8BB0F76EE}"/>
          </ac:cxnSpMkLst>
        </pc:cxnChg>
        <pc:cxnChg chg="add mod">
          <ac:chgData name="Zhu Kaifeng" userId="ee11a7a6-9736-40fe-9dfc-4ce0ea41b4f4" providerId="ADAL" clId="{25A991D2-D6D0-49BD-9AE4-B03D8DF5E1C7}" dt="2026-04-20T08:47:54.618" v="2475" actId="1038"/>
          <ac:cxnSpMkLst>
            <pc:docMk/>
            <pc:sldMk cId="3332135371" sldId="256"/>
            <ac:cxnSpMk id="226" creationId="{B9878090-9B52-B2EE-EF52-AFB2A19DA547}"/>
          </ac:cxnSpMkLst>
        </pc:cxnChg>
        <pc:cxnChg chg="mod">
          <ac:chgData name="Zhu Kaifeng" userId="ee11a7a6-9736-40fe-9dfc-4ce0ea41b4f4" providerId="ADAL" clId="{25A991D2-D6D0-49BD-9AE4-B03D8DF5E1C7}" dt="2026-04-20T08:59:37.365" v="2616" actId="14100"/>
          <ac:cxnSpMkLst>
            <pc:docMk/>
            <pc:sldMk cId="3332135371" sldId="256"/>
            <ac:cxnSpMk id="229" creationId="{8169DD4D-0ADB-0471-1695-3B52C951BE71}"/>
          </ac:cxnSpMkLst>
        </pc:cxnChg>
        <pc:cxnChg chg="add mod">
          <ac:chgData name="Zhu Kaifeng" userId="ee11a7a6-9736-40fe-9dfc-4ce0ea41b4f4" providerId="ADAL" clId="{25A991D2-D6D0-49BD-9AE4-B03D8DF5E1C7}" dt="2026-04-20T09:21:24.160" v="2993" actId="1036"/>
          <ac:cxnSpMkLst>
            <pc:docMk/>
            <pc:sldMk cId="3332135371" sldId="256"/>
            <ac:cxnSpMk id="237" creationId="{293B0772-C9D4-641D-3D4F-016359D8F70E}"/>
          </ac:cxnSpMkLst>
        </pc:cxnChg>
        <pc:cxnChg chg="add mod">
          <ac:chgData name="Zhu Kaifeng" userId="ee11a7a6-9736-40fe-9dfc-4ce0ea41b4f4" providerId="ADAL" clId="{25A991D2-D6D0-49BD-9AE4-B03D8DF5E1C7}" dt="2026-04-16T09:21:18.981" v="1973" actId="14100"/>
          <ac:cxnSpMkLst>
            <pc:docMk/>
            <pc:sldMk cId="3332135371" sldId="256"/>
            <ac:cxnSpMk id="246" creationId="{230E8DD9-8082-8006-5FFB-CEAC9F98D190}"/>
          </ac:cxnSpMkLst>
        </pc:cxnChg>
      </pc:sldChg>
    </pc:docChg>
  </pc:docChgLst>
  <pc:docChgLst>
    <pc:chgData name="Zhu Kaifeng" userId="ee11a7a6-9736-40fe-9dfc-4ce0ea41b4f4" providerId="ADAL" clId="{4905EC26-B052-40B1-8318-9D2066BD5A0D}"/>
    <pc:docChg chg="undo custSel addSld modSld">
      <pc:chgData name="Zhu Kaifeng" userId="ee11a7a6-9736-40fe-9dfc-4ce0ea41b4f4" providerId="ADAL" clId="{4905EC26-B052-40B1-8318-9D2066BD5A0D}" dt="2026-04-23T12:06:22.517" v="1714" actId="1076"/>
      <pc:docMkLst>
        <pc:docMk/>
      </pc:docMkLst>
      <pc:sldChg chg="addSp delSp modSp new mod">
        <pc:chgData name="Zhu Kaifeng" userId="ee11a7a6-9736-40fe-9dfc-4ce0ea41b4f4" providerId="ADAL" clId="{4905EC26-B052-40B1-8318-9D2066BD5A0D}" dt="2026-04-23T12:06:22.517" v="1714" actId="1076"/>
        <pc:sldMkLst>
          <pc:docMk/>
          <pc:sldMk cId="3332135371" sldId="256"/>
        </pc:sldMkLst>
        <pc:spChg chg="mod">
          <ac:chgData name="Zhu Kaifeng" userId="ee11a7a6-9736-40fe-9dfc-4ce0ea41b4f4" providerId="ADAL" clId="{4905EC26-B052-40B1-8318-9D2066BD5A0D}" dt="2026-04-23T11:51:02.394" v="1593" actId="1038"/>
          <ac:spMkLst>
            <pc:docMk/>
            <pc:sldMk cId="3332135371" sldId="256"/>
            <ac:spMk id="2" creationId="{8A7AC9DC-B448-7A9B-FD3B-41B01A4A4925}"/>
          </ac:spMkLst>
        </pc:spChg>
        <pc:spChg chg="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4" creationId="{F8DF8A6A-4132-D126-37B8-3A864B5FB837}"/>
          </ac:spMkLst>
        </pc:spChg>
        <pc:spChg chg="add mod">
          <ac:chgData name="Zhu Kaifeng" userId="ee11a7a6-9736-40fe-9dfc-4ce0ea41b4f4" providerId="ADAL" clId="{4905EC26-B052-40B1-8318-9D2066BD5A0D}" dt="2026-04-23T11:51:02.394" v="1593" actId="1038"/>
          <ac:spMkLst>
            <pc:docMk/>
            <pc:sldMk cId="3332135371" sldId="256"/>
            <ac:spMk id="19" creationId="{24C52814-A752-3B68-1536-5048DE41E58B}"/>
          </ac:spMkLst>
        </pc:spChg>
        <pc:spChg chg="add del mod">
          <ac:chgData name="Zhu Kaifeng" userId="ee11a7a6-9736-40fe-9dfc-4ce0ea41b4f4" providerId="ADAL" clId="{4905EC26-B052-40B1-8318-9D2066BD5A0D}" dt="2026-04-23T12:05:29.879" v="1694" actId="478"/>
          <ac:spMkLst>
            <pc:docMk/>
            <pc:sldMk cId="3332135371" sldId="256"/>
            <ac:spMk id="38" creationId="{5C3328B8-AD7C-9825-5B8A-AF19A3BC8614}"/>
          </ac:spMkLst>
        </pc:spChg>
        <pc:spChg chg="add mod">
          <ac:chgData name="Zhu Kaifeng" userId="ee11a7a6-9736-40fe-9dfc-4ce0ea41b4f4" providerId="ADAL" clId="{4905EC26-B052-40B1-8318-9D2066BD5A0D}" dt="2026-04-15T08:13:30.898" v="1045" actId="1076"/>
          <ac:spMkLst>
            <pc:docMk/>
            <pc:sldMk cId="3332135371" sldId="256"/>
            <ac:spMk id="41" creationId="{8D557CA7-F3BE-9C70-C896-EE245F69E372}"/>
          </ac:spMkLst>
        </pc:spChg>
        <pc:spChg chg="add mod">
          <ac:chgData name="Zhu Kaifeng" userId="ee11a7a6-9736-40fe-9dfc-4ce0ea41b4f4" providerId="ADAL" clId="{4905EC26-B052-40B1-8318-9D2066BD5A0D}" dt="2026-04-15T08:11:15.080" v="999" actId="13822"/>
          <ac:spMkLst>
            <pc:docMk/>
            <pc:sldMk cId="3332135371" sldId="256"/>
            <ac:spMk id="44" creationId="{3FD01D32-892B-F306-9BA7-38510F86CAD3}"/>
          </ac:spMkLst>
        </pc:spChg>
        <pc:spChg chg="add 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45" creationId="{A875B8A6-507B-0D46-803C-74783407273B}"/>
          </ac:spMkLst>
        </pc:spChg>
        <pc:spChg chg="add mod">
          <ac:chgData name="Zhu Kaifeng" userId="ee11a7a6-9736-40fe-9dfc-4ce0ea41b4f4" providerId="ADAL" clId="{4905EC26-B052-40B1-8318-9D2066BD5A0D}" dt="2026-04-15T08:13:33.728" v="1046" actId="1076"/>
          <ac:spMkLst>
            <pc:docMk/>
            <pc:sldMk cId="3332135371" sldId="256"/>
            <ac:spMk id="46" creationId="{5C133E9F-8B5B-E2BC-3CC2-30FEE94EE411}"/>
          </ac:spMkLst>
        </pc:spChg>
        <pc:spChg chg="mod">
          <ac:chgData name="Zhu Kaifeng" userId="ee11a7a6-9736-40fe-9dfc-4ce0ea41b4f4" providerId="ADAL" clId="{4905EC26-B052-40B1-8318-9D2066BD5A0D}" dt="2026-04-23T11:53:00.890" v="1617" actId="1036"/>
          <ac:spMkLst>
            <pc:docMk/>
            <pc:sldMk cId="3332135371" sldId="256"/>
            <ac:spMk id="49" creationId="{A582C0F1-5540-117A-23E6-E84BCDB27E6B}"/>
          </ac:spMkLst>
        </pc:spChg>
        <pc:spChg chg="add mod">
          <ac:chgData name="Zhu Kaifeng" userId="ee11a7a6-9736-40fe-9dfc-4ce0ea41b4f4" providerId="ADAL" clId="{4905EC26-B052-40B1-8318-9D2066BD5A0D}" dt="2026-04-15T08:10:10.407" v="945" actId="13822"/>
          <ac:spMkLst>
            <pc:docMk/>
            <pc:sldMk cId="3332135371" sldId="256"/>
            <ac:spMk id="52" creationId="{FF4D4890-811D-D2F3-3D71-C3A3E3A35F21}"/>
          </ac:spMkLst>
        </pc:spChg>
        <pc:spChg chg="add mod">
          <ac:chgData name="Zhu Kaifeng" userId="ee11a7a6-9736-40fe-9dfc-4ce0ea41b4f4" providerId="ADAL" clId="{4905EC26-B052-40B1-8318-9D2066BD5A0D}" dt="2026-04-15T08:03:19.517" v="912" actId="1036"/>
          <ac:spMkLst>
            <pc:docMk/>
            <pc:sldMk cId="3332135371" sldId="256"/>
            <ac:spMk id="54" creationId="{CE2A5713-48D5-1037-FF00-18EB52EF1839}"/>
          </ac:spMkLst>
        </pc:spChg>
        <pc:spChg chg="add 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55" creationId="{11046B55-9D54-4F4B-3FB0-7281D4EDA0A1}"/>
          </ac:spMkLst>
        </pc:spChg>
        <pc:spChg chg="mod">
          <ac:chgData name="Zhu Kaifeng" userId="ee11a7a6-9736-40fe-9dfc-4ce0ea41b4f4" providerId="ADAL" clId="{4905EC26-B052-40B1-8318-9D2066BD5A0D}" dt="2026-04-23T12:02:46.666" v="1660" actId="1076"/>
          <ac:spMkLst>
            <pc:docMk/>
            <pc:sldMk cId="3332135371" sldId="256"/>
            <ac:spMk id="59" creationId="{470ACA3E-A40F-29A0-7559-91C404086FBF}"/>
          </ac:spMkLst>
        </pc:spChg>
        <pc:spChg chg="add mod">
          <ac:chgData name="Zhu Kaifeng" userId="ee11a7a6-9736-40fe-9dfc-4ce0ea41b4f4" providerId="ADAL" clId="{4905EC26-B052-40B1-8318-9D2066BD5A0D}" dt="2026-04-15T08:13:03.897" v="1042" actId="1037"/>
          <ac:spMkLst>
            <pc:docMk/>
            <pc:sldMk cId="3332135371" sldId="256"/>
            <ac:spMk id="63" creationId="{DE0ADE79-3A44-60BA-4A8C-9A8FC65B5A1D}"/>
          </ac:spMkLst>
        </pc:spChg>
        <pc:spChg chg="add 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64" creationId="{0EC93BE9-ECD9-4163-A2CD-4AD923E68809}"/>
          </ac:spMkLst>
        </pc:spChg>
        <pc:spChg chg="mod">
          <ac:chgData name="Zhu Kaifeng" userId="ee11a7a6-9736-40fe-9dfc-4ce0ea41b4f4" providerId="ADAL" clId="{4905EC26-B052-40B1-8318-9D2066BD5A0D}" dt="2026-04-23T12:04:17.207" v="1672" actId="1036"/>
          <ac:spMkLst>
            <pc:docMk/>
            <pc:sldMk cId="3332135371" sldId="256"/>
            <ac:spMk id="66" creationId="{DE52161C-5F7E-6100-9B82-9F6A891B62BA}"/>
          </ac:spMkLst>
        </pc:spChg>
        <pc:spChg chg="mod">
          <ac:chgData name="Zhu Kaifeng" userId="ee11a7a6-9736-40fe-9dfc-4ce0ea41b4f4" providerId="ADAL" clId="{4905EC26-B052-40B1-8318-9D2066BD5A0D}" dt="2026-04-23T11:49:53.724" v="1582" actId="14100"/>
          <ac:spMkLst>
            <pc:docMk/>
            <pc:sldMk cId="3332135371" sldId="256"/>
            <ac:spMk id="68" creationId="{3A36B5CB-2D7B-B35E-BC40-41B47549A654}"/>
          </ac:spMkLst>
        </pc:spChg>
        <pc:spChg chg="mod">
          <ac:chgData name="Zhu Kaifeng" userId="ee11a7a6-9736-40fe-9dfc-4ce0ea41b4f4" providerId="ADAL" clId="{4905EC26-B052-40B1-8318-9D2066BD5A0D}" dt="2026-04-23T12:02:43.306" v="1659" actId="1076"/>
          <ac:spMkLst>
            <pc:docMk/>
            <pc:sldMk cId="3332135371" sldId="256"/>
            <ac:spMk id="69" creationId="{2EB53E9C-E9EC-B7E3-2A90-2F8C63EB39C9}"/>
          </ac:spMkLst>
        </pc:spChg>
        <pc:spChg chg="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72" creationId="{6CF3ECDC-31A1-1190-47FC-8023F798D7A3}"/>
          </ac:spMkLst>
        </pc:spChg>
        <pc:spChg chg="mod">
          <ac:chgData name="Zhu Kaifeng" userId="ee11a7a6-9736-40fe-9dfc-4ce0ea41b4f4" providerId="ADAL" clId="{4905EC26-B052-40B1-8318-9D2066BD5A0D}" dt="2026-04-23T11:49:22.721" v="1581" actId="14100"/>
          <ac:spMkLst>
            <pc:docMk/>
            <pc:sldMk cId="3332135371" sldId="256"/>
            <ac:spMk id="73" creationId="{2A7230AB-92CE-7082-76B2-DDB05DA87327}"/>
          </ac:spMkLst>
        </pc:spChg>
        <pc:spChg chg="mod">
          <ac:chgData name="Zhu Kaifeng" userId="ee11a7a6-9736-40fe-9dfc-4ce0ea41b4f4" providerId="ADAL" clId="{4905EC26-B052-40B1-8318-9D2066BD5A0D}" dt="2026-04-23T11:49:13.394" v="1579" actId="1036"/>
          <ac:spMkLst>
            <pc:docMk/>
            <pc:sldMk cId="3332135371" sldId="256"/>
            <ac:spMk id="75" creationId="{B0F24A53-5E8A-FDDB-C5B2-6FF63E1348DA}"/>
          </ac:spMkLst>
        </pc:spChg>
        <pc:spChg chg="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77" creationId="{3D3918FE-56D2-5E4C-35F1-5E8F4D0E3689}"/>
          </ac:spMkLst>
        </pc:spChg>
        <pc:spChg chg="add mod">
          <ac:chgData name="Zhu Kaifeng" userId="ee11a7a6-9736-40fe-9dfc-4ce0ea41b4f4" providerId="ADAL" clId="{4905EC26-B052-40B1-8318-9D2066BD5A0D}" dt="2026-04-15T07:28:45.528" v="466" actId="1076"/>
          <ac:spMkLst>
            <pc:docMk/>
            <pc:sldMk cId="3332135371" sldId="256"/>
            <ac:spMk id="82" creationId="{AD1A87CA-1185-A0B2-1231-D328B79DE47B}"/>
          </ac:spMkLst>
        </pc:spChg>
        <pc:spChg chg="mod">
          <ac:chgData name="Zhu Kaifeng" userId="ee11a7a6-9736-40fe-9dfc-4ce0ea41b4f4" providerId="ADAL" clId="{4905EC26-B052-40B1-8318-9D2066BD5A0D}" dt="2026-04-23T11:45:55.450" v="1523" actId="1076"/>
          <ac:spMkLst>
            <pc:docMk/>
            <pc:sldMk cId="3332135371" sldId="256"/>
            <ac:spMk id="85" creationId="{8C71E17E-E269-077A-5C86-B42F5296270A}"/>
          </ac:spMkLst>
        </pc:spChg>
        <pc:spChg chg="mod">
          <ac:chgData name="Zhu Kaifeng" userId="ee11a7a6-9736-40fe-9dfc-4ce0ea41b4f4" providerId="ADAL" clId="{4905EC26-B052-40B1-8318-9D2066BD5A0D}" dt="2026-04-23T11:46:01.717" v="1532" actId="1036"/>
          <ac:spMkLst>
            <pc:docMk/>
            <pc:sldMk cId="3332135371" sldId="256"/>
            <ac:spMk id="86" creationId="{E6781550-07DE-525F-2B1B-A9A4947DD246}"/>
          </ac:spMkLst>
        </pc:spChg>
        <pc:spChg chg="add mod">
          <ac:chgData name="Zhu Kaifeng" userId="ee11a7a6-9736-40fe-9dfc-4ce0ea41b4f4" providerId="ADAL" clId="{4905EC26-B052-40B1-8318-9D2066BD5A0D}" dt="2026-04-15T07:39:46.077" v="583" actId="14100"/>
          <ac:spMkLst>
            <pc:docMk/>
            <pc:sldMk cId="3332135371" sldId="256"/>
            <ac:spMk id="95" creationId="{FF7CF96D-0933-32E8-D496-9361435D63F5}"/>
          </ac:spMkLst>
        </pc:spChg>
        <pc:spChg chg="add mod">
          <ac:chgData name="Zhu Kaifeng" userId="ee11a7a6-9736-40fe-9dfc-4ce0ea41b4f4" providerId="ADAL" clId="{4905EC26-B052-40B1-8318-9D2066BD5A0D}" dt="2026-04-15T07:42:00.901" v="632" actId="1076"/>
          <ac:spMkLst>
            <pc:docMk/>
            <pc:sldMk cId="3332135371" sldId="256"/>
            <ac:spMk id="101" creationId="{93C7863A-F389-6EB2-B610-6AB3EE8F579E}"/>
          </ac:spMkLst>
        </pc:spChg>
        <pc:spChg chg="add mod">
          <ac:chgData name="Zhu Kaifeng" userId="ee11a7a6-9736-40fe-9dfc-4ce0ea41b4f4" providerId="ADAL" clId="{4905EC26-B052-40B1-8318-9D2066BD5A0D}" dt="2026-04-15T07:40:02.742" v="586" actId="14100"/>
          <ac:spMkLst>
            <pc:docMk/>
            <pc:sldMk cId="3332135371" sldId="256"/>
            <ac:spMk id="102" creationId="{8DD474B3-0D8C-7E09-4515-0A86DD8CEB79}"/>
          </ac:spMkLst>
        </pc:spChg>
        <pc:spChg chg="add mod">
          <ac:chgData name="Zhu Kaifeng" userId="ee11a7a6-9736-40fe-9dfc-4ce0ea41b4f4" providerId="ADAL" clId="{4905EC26-B052-40B1-8318-9D2066BD5A0D}" dt="2026-04-15T07:23:07.403" v="377" actId="1076"/>
          <ac:spMkLst>
            <pc:docMk/>
            <pc:sldMk cId="3332135371" sldId="256"/>
            <ac:spMk id="103" creationId="{18A57628-99ED-541F-C14F-B8B4F2B3E610}"/>
          </ac:spMkLst>
        </pc:spChg>
        <pc:spChg chg="add mod">
          <ac:chgData name="Zhu Kaifeng" userId="ee11a7a6-9736-40fe-9dfc-4ce0ea41b4f4" providerId="ADAL" clId="{4905EC26-B052-40B1-8318-9D2066BD5A0D}" dt="2026-04-15T08:11:15.080" v="999" actId="13822"/>
          <ac:spMkLst>
            <pc:docMk/>
            <pc:sldMk cId="3332135371" sldId="256"/>
            <ac:spMk id="115" creationId="{E4D8DFA5-579E-9883-6234-A06F1D800A36}"/>
          </ac:spMkLst>
        </pc:spChg>
        <pc:spChg chg="del">
          <ac:chgData name="Zhu Kaifeng" userId="ee11a7a6-9736-40fe-9dfc-4ce0ea41b4f4" providerId="ADAL" clId="{4905EC26-B052-40B1-8318-9D2066BD5A0D}" dt="2026-04-23T11:43:59.680" v="1467" actId="478"/>
          <ac:spMkLst>
            <pc:docMk/>
            <pc:sldMk cId="3332135371" sldId="256"/>
            <ac:spMk id="128" creationId="{1C8A55FC-A03C-B545-31C1-7FFDA6A16B05}"/>
          </ac:spMkLst>
        </pc:spChg>
        <pc:spChg chg="del">
          <ac:chgData name="Zhu Kaifeng" userId="ee11a7a6-9736-40fe-9dfc-4ce0ea41b4f4" providerId="ADAL" clId="{4905EC26-B052-40B1-8318-9D2066BD5A0D}" dt="2026-04-23T11:43:55.035" v="1465" actId="478"/>
          <ac:spMkLst>
            <pc:docMk/>
            <pc:sldMk cId="3332135371" sldId="256"/>
            <ac:spMk id="131" creationId="{AB94EF5A-AB7F-0C3B-C9C4-A6FDFDA3E1BD}"/>
          </ac:spMkLst>
        </pc:spChg>
        <pc:spChg chg="add mod">
          <ac:chgData name="Zhu Kaifeng" userId="ee11a7a6-9736-40fe-9dfc-4ce0ea41b4f4" providerId="ADAL" clId="{4905EC26-B052-40B1-8318-9D2066BD5A0D}" dt="2026-04-15T08:13:03.897" v="1042" actId="1037"/>
          <ac:spMkLst>
            <pc:docMk/>
            <pc:sldMk cId="3332135371" sldId="256"/>
            <ac:spMk id="143" creationId="{2A56F455-FC0B-CD70-11A4-7A8413A889C5}"/>
          </ac:spMkLst>
        </pc:spChg>
        <pc:spChg chg="mod">
          <ac:chgData name="Zhu Kaifeng" userId="ee11a7a6-9736-40fe-9dfc-4ce0ea41b4f4" providerId="ADAL" clId="{4905EC26-B052-40B1-8318-9D2066BD5A0D}" dt="2026-04-23T11:51:02.394" v="1593" actId="1038"/>
          <ac:spMkLst>
            <pc:docMk/>
            <pc:sldMk cId="3332135371" sldId="256"/>
            <ac:spMk id="157" creationId="{9F070DA6-65F0-7985-8E79-050D75248486}"/>
          </ac:spMkLst>
        </pc:spChg>
        <pc:spChg chg="del">
          <ac:chgData name="Zhu Kaifeng" userId="ee11a7a6-9736-40fe-9dfc-4ce0ea41b4f4" providerId="ADAL" clId="{4905EC26-B052-40B1-8318-9D2066BD5A0D}" dt="2026-04-23T11:43:43.174" v="1463" actId="478"/>
          <ac:spMkLst>
            <pc:docMk/>
            <pc:sldMk cId="3332135371" sldId="256"/>
            <ac:spMk id="158" creationId="{6721BCAD-6FF8-B37D-6C12-569D21DBFA4B}"/>
          </ac:spMkLst>
        </pc:spChg>
        <pc:spChg chg="mod">
          <ac:chgData name="Zhu Kaifeng" userId="ee11a7a6-9736-40fe-9dfc-4ce0ea41b4f4" providerId="ADAL" clId="{4905EC26-B052-40B1-8318-9D2066BD5A0D}" dt="2026-04-23T12:06:05.299" v="1711" actId="1035"/>
          <ac:spMkLst>
            <pc:docMk/>
            <pc:sldMk cId="3332135371" sldId="256"/>
            <ac:spMk id="161" creationId="{9E738F3C-E1C0-12FF-FA02-ADCF87820BDF}"/>
          </ac:spMkLst>
        </pc:spChg>
        <pc:spChg chg="add mod">
          <ac:chgData name="Zhu Kaifeng" userId="ee11a7a6-9736-40fe-9dfc-4ce0ea41b4f4" providerId="ADAL" clId="{4905EC26-B052-40B1-8318-9D2066BD5A0D}" dt="2026-04-15T07:41:19.287" v="604" actId="14100"/>
          <ac:spMkLst>
            <pc:docMk/>
            <pc:sldMk cId="3332135371" sldId="256"/>
            <ac:spMk id="171" creationId="{4D83954B-FE85-21BD-C965-A7DE8BD97D4B}"/>
          </ac:spMkLst>
        </pc:spChg>
        <pc:spChg chg="add 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172" creationId="{3CB16EBA-A5B2-661C-4336-015F58108D12}"/>
          </ac:spMkLst>
        </pc:spChg>
        <pc:spChg chg="mod">
          <ac:chgData name="Zhu Kaifeng" userId="ee11a7a6-9736-40fe-9dfc-4ce0ea41b4f4" providerId="ADAL" clId="{4905EC26-B052-40B1-8318-9D2066BD5A0D}" dt="2026-04-23T11:45:02.992" v="1519" actId="1036"/>
          <ac:spMkLst>
            <pc:docMk/>
            <pc:sldMk cId="3332135371" sldId="256"/>
            <ac:spMk id="180" creationId="{7C15B524-6585-F78A-AD28-D6F5F71E0F5D}"/>
          </ac:spMkLst>
        </pc:spChg>
        <pc:spChg chg="add mod">
          <ac:chgData name="Zhu Kaifeng" userId="ee11a7a6-9736-40fe-9dfc-4ce0ea41b4f4" providerId="ADAL" clId="{4905EC26-B052-40B1-8318-9D2066BD5A0D}" dt="2026-04-23T11:53:01.217" v="1618" actId="1076"/>
          <ac:spMkLst>
            <pc:docMk/>
            <pc:sldMk cId="3332135371" sldId="256"/>
            <ac:spMk id="182" creationId="{0A0E4D6D-C5C5-0736-2BA6-14E618465182}"/>
          </ac:spMkLst>
        </pc:spChg>
        <pc:spChg chg="add mod">
          <ac:chgData name="Zhu Kaifeng" userId="ee11a7a6-9736-40fe-9dfc-4ce0ea41b4f4" providerId="ADAL" clId="{4905EC26-B052-40B1-8318-9D2066BD5A0D}" dt="2026-04-15T08:14:45.172" v="1095" actId="1038"/>
          <ac:spMkLst>
            <pc:docMk/>
            <pc:sldMk cId="3332135371" sldId="256"/>
            <ac:spMk id="188" creationId="{C974DC0C-41E4-C38A-0DF7-A104F8DE8555}"/>
          </ac:spMkLst>
        </pc:spChg>
        <pc:spChg chg="add mod">
          <ac:chgData name="Zhu Kaifeng" userId="ee11a7a6-9736-40fe-9dfc-4ce0ea41b4f4" providerId="ADAL" clId="{4905EC26-B052-40B1-8318-9D2066BD5A0D}" dt="2026-04-15T08:14:40.658" v="1084" actId="1038"/>
          <ac:spMkLst>
            <pc:docMk/>
            <pc:sldMk cId="3332135371" sldId="256"/>
            <ac:spMk id="189" creationId="{B6272264-60F4-2EDA-E0A8-01077415000C}"/>
          </ac:spMkLst>
        </pc:spChg>
        <pc:spChg chg="add mod">
          <ac:chgData name="Zhu Kaifeng" userId="ee11a7a6-9736-40fe-9dfc-4ce0ea41b4f4" providerId="ADAL" clId="{4905EC26-B052-40B1-8318-9D2066BD5A0D}" dt="2026-04-15T08:15:27.423" v="1100" actId="1076"/>
          <ac:spMkLst>
            <pc:docMk/>
            <pc:sldMk cId="3332135371" sldId="256"/>
            <ac:spMk id="193" creationId="{CB86B5E3-4096-2DAD-2AD4-A05863692896}"/>
          </ac:spMkLst>
        </pc:spChg>
        <pc:spChg chg="mod">
          <ac:chgData name="Zhu Kaifeng" userId="ee11a7a6-9736-40fe-9dfc-4ce0ea41b4f4" providerId="ADAL" clId="{4905EC26-B052-40B1-8318-9D2066BD5A0D}" dt="2026-04-23T12:06:22.517" v="1714" actId="1076"/>
          <ac:spMkLst>
            <pc:docMk/>
            <pc:sldMk cId="3332135371" sldId="256"/>
            <ac:spMk id="196" creationId="{6571C5C2-07BA-B391-C538-0474D6677744}"/>
          </ac:spMkLst>
        </pc:spChg>
        <pc:spChg chg="mod">
          <ac:chgData name="Zhu Kaifeng" userId="ee11a7a6-9736-40fe-9dfc-4ce0ea41b4f4" providerId="ADAL" clId="{4905EC26-B052-40B1-8318-9D2066BD5A0D}" dt="2026-04-23T12:02:53.963" v="1668" actId="1038"/>
          <ac:spMkLst>
            <pc:docMk/>
            <pc:sldMk cId="3332135371" sldId="256"/>
            <ac:spMk id="211" creationId="{277911CA-0CF3-7F1C-9D13-F6090D1D3545}"/>
          </ac:spMkLst>
        </pc:spChg>
        <pc:spChg chg="del mod">
          <ac:chgData name="Zhu Kaifeng" userId="ee11a7a6-9736-40fe-9dfc-4ce0ea41b4f4" providerId="ADAL" clId="{4905EC26-B052-40B1-8318-9D2066BD5A0D}" dt="2026-04-23T12:01:01.549" v="1631" actId="478"/>
          <ac:spMkLst>
            <pc:docMk/>
            <pc:sldMk cId="3332135371" sldId="256"/>
            <ac:spMk id="216" creationId="{F2FB42A8-33CB-A01B-1B4C-722DF66D6FC3}"/>
          </ac:spMkLst>
        </pc:spChg>
        <pc:spChg chg="mod">
          <ac:chgData name="Zhu Kaifeng" userId="ee11a7a6-9736-40fe-9dfc-4ce0ea41b4f4" providerId="ADAL" clId="{4905EC26-B052-40B1-8318-9D2066BD5A0D}" dt="2026-04-23T12:05:24.233" v="1693" actId="1037"/>
          <ac:spMkLst>
            <pc:docMk/>
            <pc:sldMk cId="3332135371" sldId="256"/>
            <ac:spMk id="250" creationId="{E58561A1-6918-097C-EF7A-56E091EFA564}"/>
          </ac:spMkLst>
        </pc:spChg>
        <pc:picChg chg="add mod">
          <ac:chgData name="Zhu Kaifeng" userId="ee11a7a6-9736-40fe-9dfc-4ce0ea41b4f4" providerId="ADAL" clId="{4905EC26-B052-40B1-8318-9D2066BD5A0D}" dt="2026-04-15T08:16:07.551" v="1172" actId="1076"/>
          <ac:picMkLst>
            <pc:docMk/>
            <pc:sldMk cId="3332135371" sldId="256"/>
            <ac:picMk id="233" creationId="{9606D317-969F-AA27-705F-BED339DBE7A5}"/>
          </ac:picMkLst>
        </pc:picChg>
        <pc:picChg chg="add mod">
          <ac:chgData name="Zhu Kaifeng" userId="ee11a7a6-9736-40fe-9dfc-4ce0ea41b4f4" providerId="ADAL" clId="{4905EC26-B052-40B1-8318-9D2066BD5A0D}" dt="2026-04-15T08:13:44.176" v="1049" actId="1038"/>
          <ac:picMkLst>
            <pc:docMk/>
            <pc:sldMk cId="3332135371" sldId="256"/>
            <ac:picMk id="235" creationId="{6EFFB194-DD64-CC95-3472-14DB7858DCF5}"/>
          </ac:picMkLst>
        </pc:picChg>
        <pc:picChg chg="add mod">
          <ac:chgData name="Zhu Kaifeng" userId="ee11a7a6-9736-40fe-9dfc-4ce0ea41b4f4" providerId="ADAL" clId="{4905EC26-B052-40B1-8318-9D2066BD5A0D}" dt="2026-04-15T08:17:03.851" v="1180" actId="14100"/>
          <ac:picMkLst>
            <pc:docMk/>
            <pc:sldMk cId="3332135371" sldId="256"/>
            <ac:picMk id="236" creationId="{2D28A46F-6E88-CDBD-982E-36A8365987E5}"/>
          </ac:picMkLst>
        </pc:picChg>
        <pc:picChg chg="add mod">
          <ac:chgData name="Zhu Kaifeng" userId="ee11a7a6-9736-40fe-9dfc-4ce0ea41b4f4" providerId="ADAL" clId="{4905EC26-B052-40B1-8318-9D2066BD5A0D}" dt="2026-04-15T08:16:20.248" v="1174" actId="1076"/>
          <ac:picMkLst>
            <pc:docMk/>
            <pc:sldMk cId="3332135371" sldId="256"/>
            <ac:picMk id="264" creationId="{4D63F4B9-1643-4C15-354A-915635D3DC08}"/>
          </ac:picMkLst>
        </pc:picChg>
        <pc:cxnChg chg="add mod">
          <ac:chgData name="Zhu Kaifeng" userId="ee11a7a6-9736-40fe-9dfc-4ce0ea41b4f4" providerId="ADAL" clId="{4905EC26-B052-40B1-8318-9D2066BD5A0D}" dt="2026-04-23T11:51:02.394" v="1593" actId="1038"/>
          <ac:cxnSpMkLst>
            <pc:docMk/>
            <pc:sldMk cId="3332135371" sldId="256"/>
            <ac:cxnSpMk id="30" creationId="{4A2A882A-157C-D3E7-91DB-8E4F259EF6C7}"/>
          </ac:cxnSpMkLst>
        </pc:cxnChg>
        <pc:cxnChg chg="del mod">
          <ac:chgData name="Zhu Kaifeng" userId="ee11a7a6-9736-40fe-9dfc-4ce0ea41b4f4" providerId="ADAL" clId="{4905EC26-B052-40B1-8318-9D2066BD5A0D}" dt="2026-04-23T11:50:37.248" v="1584" actId="478"/>
          <ac:cxnSpMkLst>
            <pc:docMk/>
            <pc:sldMk cId="3332135371" sldId="256"/>
            <ac:cxnSpMk id="40" creationId="{E87EA1D9-1730-3015-BB2D-37576FA43F24}"/>
          </ac:cxnSpMkLst>
        </pc:cxnChg>
        <pc:cxnChg chg="add mod">
          <ac:chgData name="Zhu Kaifeng" userId="ee11a7a6-9736-40fe-9dfc-4ce0ea41b4f4" providerId="ADAL" clId="{4905EC26-B052-40B1-8318-9D2066BD5A0D}" dt="2026-04-15T08:13:30.898" v="1045" actId="1076"/>
          <ac:cxnSpMkLst>
            <pc:docMk/>
            <pc:sldMk cId="3332135371" sldId="256"/>
            <ac:cxnSpMk id="42" creationId="{F19850C9-42E6-F566-5A51-10EB30AE568D}"/>
          </ac:cxnSpMkLst>
        </pc:cxnChg>
        <pc:cxnChg chg="add mod">
          <ac:chgData name="Zhu Kaifeng" userId="ee11a7a6-9736-40fe-9dfc-4ce0ea41b4f4" providerId="ADAL" clId="{4905EC26-B052-40B1-8318-9D2066BD5A0D}" dt="2026-04-23T12:02:17.792" v="1642" actId="14100"/>
          <ac:cxnSpMkLst>
            <pc:docMk/>
            <pc:sldMk cId="3332135371" sldId="256"/>
            <ac:cxnSpMk id="43" creationId="{3EBF3F4F-4A5D-D885-A4A4-3685299E02B7}"/>
          </ac:cxnSpMkLst>
        </pc:cxnChg>
        <pc:cxnChg chg="add mod">
          <ac:chgData name="Zhu Kaifeng" userId="ee11a7a6-9736-40fe-9dfc-4ce0ea41b4f4" providerId="ADAL" clId="{4905EC26-B052-40B1-8318-9D2066BD5A0D}" dt="2026-04-23T12:02:53.963" v="1668" actId="1038"/>
          <ac:cxnSpMkLst>
            <pc:docMk/>
            <pc:sldMk cId="3332135371" sldId="256"/>
            <ac:cxnSpMk id="51" creationId="{F6D0F003-ECE1-E019-D62B-ED7813CE6F06}"/>
          </ac:cxnSpMkLst>
        </pc:cxnChg>
        <pc:cxnChg chg="mod">
          <ac:chgData name="Zhu Kaifeng" userId="ee11a7a6-9736-40fe-9dfc-4ce0ea41b4f4" providerId="ADAL" clId="{4905EC26-B052-40B1-8318-9D2066BD5A0D}" dt="2026-04-23T11:53:00.890" v="1617" actId="1036"/>
          <ac:cxnSpMkLst>
            <pc:docMk/>
            <pc:sldMk cId="3332135371" sldId="256"/>
            <ac:cxnSpMk id="53" creationId="{6F747F8B-07F3-EE60-3F91-C33F4CF3DA0B}"/>
          </ac:cxnSpMkLst>
        </pc:cxnChg>
        <pc:cxnChg chg="mod">
          <ac:chgData name="Zhu Kaifeng" userId="ee11a7a6-9736-40fe-9dfc-4ce0ea41b4f4" providerId="ADAL" clId="{4905EC26-B052-40B1-8318-9D2066BD5A0D}" dt="2026-04-23T12:04:10.732" v="1670" actId="693"/>
          <ac:cxnSpMkLst>
            <pc:docMk/>
            <pc:sldMk cId="3332135371" sldId="256"/>
            <ac:cxnSpMk id="60" creationId="{874247F3-5B82-AF7D-6862-1E7DC8B0B70D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70" creationId="{2EB650AD-0075-4F7D-5BDD-B0DF12C9B9CB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74" creationId="{3A491FC2-2B3C-3C5A-3534-846087AD32F4}"/>
          </ac:cxnSpMkLst>
        </pc:cxnChg>
        <pc:cxnChg chg="mod">
          <ac:chgData name="Zhu Kaifeng" userId="ee11a7a6-9736-40fe-9dfc-4ce0ea41b4f4" providerId="ADAL" clId="{4905EC26-B052-40B1-8318-9D2066BD5A0D}" dt="2026-04-23T12:06:05.299" v="1711" actId="1035"/>
          <ac:cxnSpMkLst>
            <pc:docMk/>
            <pc:sldMk cId="3332135371" sldId="256"/>
            <ac:cxnSpMk id="76" creationId="{E37300C5-588C-F0F0-3B4C-9EF4A15D9DA7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78" creationId="{FE4795C3-BD82-6A02-D5F3-1631065619E1}"/>
          </ac:cxnSpMkLst>
        </pc:cxnChg>
        <pc:cxnChg chg="mod">
          <ac:chgData name="Zhu Kaifeng" userId="ee11a7a6-9736-40fe-9dfc-4ce0ea41b4f4" providerId="ADAL" clId="{4905EC26-B052-40B1-8318-9D2066BD5A0D}" dt="2026-04-23T12:04:03.504" v="1669" actId="693"/>
          <ac:cxnSpMkLst>
            <pc:docMk/>
            <pc:sldMk cId="3332135371" sldId="256"/>
            <ac:cxnSpMk id="79" creationId="{FDB36DBB-B81C-BCE1-8C2B-51E97FFBB958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80" creationId="{47875AA7-58F7-5684-EB50-7E1BAF8B6099}"/>
          </ac:cxnSpMkLst>
        </pc:cxnChg>
        <pc:cxnChg chg="mod">
          <ac:chgData name="Zhu Kaifeng" userId="ee11a7a6-9736-40fe-9dfc-4ce0ea41b4f4" providerId="ADAL" clId="{4905EC26-B052-40B1-8318-9D2066BD5A0D}" dt="2026-04-23T11:49:22.721" v="1581" actId="14100"/>
          <ac:cxnSpMkLst>
            <pc:docMk/>
            <pc:sldMk cId="3332135371" sldId="256"/>
            <ac:cxnSpMk id="81" creationId="{331F7CD7-2EA3-1E56-396A-4E5DB684F412}"/>
          </ac:cxnSpMkLst>
        </pc:cxnChg>
        <pc:cxnChg chg="del mod">
          <ac:chgData name="Zhu Kaifeng" userId="ee11a7a6-9736-40fe-9dfc-4ce0ea41b4f4" providerId="ADAL" clId="{4905EC26-B052-40B1-8318-9D2066BD5A0D}" dt="2026-04-23T11:59:51.018" v="1626" actId="478"/>
          <ac:cxnSpMkLst>
            <pc:docMk/>
            <pc:sldMk cId="3332135371" sldId="256"/>
            <ac:cxnSpMk id="106" creationId="{C477E4D2-9F52-0FD8-A019-DD37E2F367D4}"/>
          </ac:cxnSpMkLst>
        </pc:cxnChg>
        <pc:cxnChg chg="del mod">
          <ac:chgData name="Zhu Kaifeng" userId="ee11a7a6-9736-40fe-9dfc-4ce0ea41b4f4" providerId="ADAL" clId="{4905EC26-B052-40B1-8318-9D2066BD5A0D}" dt="2026-04-23T11:43:58.692" v="1466" actId="478"/>
          <ac:cxnSpMkLst>
            <pc:docMk/>
            <pc:sldMk cId="3332135371" sldId="256"/>
            <ac:cxnSpMk id="118" creationId="{2EAC6507-44D9-5091-199B-65A5C4CFD568}"/>
          </ac:cxnSpMkLst>
        </pc:cxnChg>
        <pc:cxnChg chg="add mod">
          <ac:chgData name="Zhu Kaifeng" userId="ee11a7a6-9736-40fe-9dfc-4ce0ea41b4f4" providerId="ADAL" clId="{4905EC26-B052-40B1-8318-9D2066BD5A0D}" dt="2026-04-15T08:24:23.416" v="1374"/>
          <ac:cxnSpMkLst>
            <pc:docMk/>
            <pc:sldMk cId="3332135371" sldId="256"/>
            <ac:cxnSpMk id="119" creationId="{D751DFFB-FF89-922B-BDBF-1865AC703306}"/>
          </ac:cxnSpMkLst>
        </pc:cxnChg>
        <pc:cxnChg chg="add mod">
          <ac:chgData name="Zhu Kaifeng" userId="ee11a7a6-9736-40fe-9dfc-4ce0ea41b4f4" providerId="ADAL" clId="{4905EC26-B052-40B1-8318-9D2066BD5A0D}" dt="2026-04-15T08:24:17.858" v="1373"/>
          <ac:cxnSpMkLst>
            <pc:docMk/>
            <pc:sldMk cId="3332135371" sldId="256"/>
            <ac:cxnSpMk id="122" creationId="{7B501D96-489E-A48A-9C8F-9CDB5A31F463}"/>
          </ac:cxnSpMkLst>
        </pc:cxnChg>
        <pc:cxnChg chg="add mod">
          <ac:chgData name="Zhu Kaifeng" userId="ee11a7a6-9736-40fe-9dfc-4ce0ea41b4f4" providerId="ADAL" clId="{4905EC26-B052-40B1-8318-9D2066BD5A0D}" dt="2026-04-15T08:23:28.626" v="1372" actId="1038"/>
          <ac:cxnSpMkLst>
            <pc:docMk/>
            <pc:sldMk cId="3332135371" sldId="256"/>
            <ac:cxnSpMk id="130" creationId="{519F2B95-51FB-C152-CAC7-0637A9BB76B7}"/>
          </ac:cxnSpMkLst>
        </pc:cxnChg>
        <pc:cxnChg chg="del mod">
          <ac:chgData name="Zhu Kaifeng" userId="ee11a7a6-9736-40fe-9dfc-4ce0ea41b4f4" providerId="ADAL" clId="{4905EC26-B052-40B1-8318-9D2066BD5A0D}" dt="2026-04-23T11:44:12.172" v="1468" actId="478"/>
          <ac:cxnSpMkLst>
            <pc:docMk/>
            <pc:sldMk cId="3332135371" sldId="256"/>
            <ac:cxnSpMk id="139" creationId="{8F04F4D3-58D7-C45E-6E60-787AC156DFD3}"/>
          </ac:cxnSpMkLst>
        </pc:cxnChg>
        <pc:cxnChg chg="del mod">
          <ac:chgData name="Zhu Kaifeng" userId="ee11a7a6-9736-40fe-9dfc-4ce0ea41b4f4" providerId="ADAL" clId="{4905EC26-B052-40B1-8318-9D2066BD5A0D}" dt="2026-04-23T11:43:52.042" v="1464" actId="478"/>
          <ac:cxnSpMkLst>
            <pc:docMk/>
            <pc:sldMk cId="3332135371" sldId="256"/>
            <ac:cxnSpMk id="153" creationId="{4BC06050-6DE5-4B04-A2AF-8FEFBB5E5D9B}"/>
          </ac:cxnSpMkLst>
        </pc:cxnChg>
        <pc:cxnChg chg="add mod">
          <ac:chgData name="Zhu Kaifeng" userId="ee11a7a6-9736-40fe-9dfc-4ce0ea41b4f4" providerId="ADAL" clId="{4905EC26-B052-40B1-8318-9D2066BD5A0D}" dt="2026-04-15T08:13:30.898" v="1045" actId="1076"/>
          <ac:cxnSpMkLst>
            <pc:docMk/>
            <pc:sldMk cId="3332135371" sldId="256"/>
            <ac:cxnSpMk id="154" creationId="{47674B1A-56FF-79F8-7D4E-A5BF200EF985}"/>
          </ac:cxnSpMkLst>
        </pc:cxnChg>
        <pc:cxnChg chg="mod">
          <ac:chgData name="Zhu Kaifeng" userId="ee11a7a6-9736-40fe-9dfc-4ce0ea41b4f4" providerId="ADAL" clId="{4905EC26-B052-40B1-8318-9D2066BD5A0D}" dt="2026-04-23T12:06:05.299" v="1711" actId="1035"/>
          <ac:cxnSpMkLst>
            <pc:docMk/>
            <pc:sldMk cId="3332135371" sldId="256"/>
            <ac:cxnSpMk id="163" creationId="{745951EF-8BEA-74FF-A152-43D6BE4A9E32}"/>
          </ac:cxnSpMkLst>
        </pc:cxnChg>
        <pc:cxnChg chg="mod">
          <ac:chgData name="Zhu Kaifeng" userId="ee11a7a6-9736-40fe-9dfc-4ce0ea41b4f4" providerId="ADAL" clId="{4905EC26-B052-40B1-8318-9D2066BD5A0D}" dt="2026-04-23T12:06:15.954" v="1713" actId="14100"/>
          <ac:cxnSpMkLst>
            <pc:docMk/>
            <pc:sldMk cId="3332135371" sldId="256"/>
            <ac:cxnSpMk id="170" creationId="{89767A69-8380-C697-E1EB-9183EAA5F0E0}"/>
          </ac:cxnSpMkLst>
        </pc:cxnChg>
        <pc:cxnChg chg="add mod">
          <ac:chgData name="Zhu Kaifeng" userId="ee11a7a6-9736-40fe-9dfc-4ce0ea41b4f4" providerId="ADAL" clId="{4905EC26-B052-40B1-8318-9D2066BD5A0D}" dt="2026-04-15T08:13:30.898" v="1045" actId="1076"/>
          <ac:cxnSpMkLst>
            <pc:docMk/>
            <pc:sldMk cId="3332135371" sldId="256"/>
            <ac:cxnSpMk id="190" creationId="{29D5EC91-6D75-611D-04F1-3688F74B8053}"/>
          </ac:cxnSpMkLst>
        </pc:cxnChg>
        <pc:cxnChg chg="del mod">
          <ac:chgData name="Zhu Kaifeng" userId="ee11a7a6-9736-40fe-9dfc-4ce0ea41b4f4" providerId="ADAL" clId="{4905EC26-B052-40B1-8318-9D2066BD5A0D}" dt="2026-04-23T12:05:30.789" v="1695" actId="478"/>
          <ac:cxnSpMkLst>
            <pc:docMk/>
            <pc:sldMk cId="3332135371" sldId="256"/>
            <ac:cxnSpMk id="212" creationId="{E6AA0DE8-5618-FD23-859F-CA282B16E120}"/>
          </ac:cxnSpMkLst>
        </pc:cxnChg>
        <pc:cxnChg chg="mod">
          <ac:chgData name="Zhu Kaifeng" userId="ee11a7a6-9736-40fe-9dfc-4ce0ea41b4f4" providerId="ADAL" clId="{4905EC26-B052-40B1-8318-9D2066BD5A0D}" dt="2026-04-23T11:51:02.394" v="1593" actId="1038"/>
          <ac:cxnSpMkLst>
            <pc:docMk/>
            <pc:sldMk cId="3332135371" sldId="256"/>
            <ac:cxnSpMk id="219" creationId="{A46FD7DC-9869-3A54-C7B7-A4E8BB0F76EE}"/>
          </ac:cxnSpMkLst>
        </pc:cxnChg>
        <pc:cxnChg chg="mod">
          <ac:chgData name="Zhu Kaifeng" userId="ee11a7a6-9736-40fe-9dfc-4ce0ea41b4f4" providerId="ADAL" clId="{4905EC26-B052-40B1-8318-9D2066BD5A0D}" dt="2026-04-23T11:53:01.217" v="1618" actId="1076"/>
          <ac:cxnSpMkLst>
            <pc:docMk/>
            <pc:sldMk cId="3332135371" sldId="256"/>
            <ac:cxnSpMk id="226" creationId="{B9878090-9B52-B2EE-EF52-AFB2A19DA547}"/>
          </ac:cxnSpMkLst>
        </pc:cxnChg>
        <pc:cxnChg chg="add mod">
          <ac:chgData name="Zhu Kaifeng" userId="ee11a7a6-9736-40fe-9dfc-4ce0ea41b4f4" providerId="ADAL" clId="{4905EC26-B052-40B1-8318-9D2066BD5A0D}" dt="2026-04-23T11:49:22.721" v="1581" actId="14100"/>
          <ac:cxnSpMkLst>
            <pc:docMk/>
            <pc:sldMk cId="3332135371" sldId="256"/>
            <ac:cxnSpMk id="229" creationId="{8169DD4D-0ADB-0471-1695-3B52C951BE71}"/>
          </ac:cxnSpMkLst>
        </pc:cxnChg>
        <pc:cxnChg chg="mod">
          <ac:chgData name="Zhu Kaifeng" userId="ee11a7a6-9736-40fe-9dfc-4ce0ea41b4f4" providerId="ADAL" clId="{4905EC26-B052-40B1-8318-9D2066BD5A0D}" dt="2026-04-23T11:51:02.394" v="1593" actId="1038"/>
          <ac:cxnSpMkLst>
            <pc:docMk/>
            <pc:sldMk cId="3332135371" sldId="256"/>
            <ac:cxnSpMk id="237" creationId="{293B0772-C9D4-641D-3D4F-016359D8F70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5559F-AB62-4D22-9E43-595CD13B7243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C18D8-991A-488F-9629-74FDC3ED202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520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C18D8-991A-488F-9629-74FDC3ED2025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437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1F9F5-EC82-A1D0-2D8B-99916A161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B4970-BC6C-FB73-1A7E-60B812683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2CED2-7C86-2507-353C-2BFB4443E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2EE812-55C6-A225-B11C-826060AF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585F3-5DF1-2BE7-B4FB-F55A624C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89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20D3F-86E7-A64F-1267-4C3478CF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49A0C-3EA0-FD25-D52D-A7E9C842A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1ECEE0-30E3-1A24-D6C9-C06F9D50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4EE1-8E74-9048-E1BC-E3D2F53B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18861-4F7B-E103-CB7F-64D89173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83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7D35A-6292-4D00-2406-9F2CACB5F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4FE7AA-FE70-7D51-1F96-580B351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D01B27-DE4E-DDBD-23A8-5C7B16A8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FC54A-64E3-7A90-E2C8-7F87A1A37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9D59E2-1139-42E7-D9A2-B6F36EA4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7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463F7-DDD8-CC11-B89B-C0C2DFA6C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A3789-C0C1-B615-45A9-470A08467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00C8BF-A674-68C6-8553-898C3CAB3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002F4E-8C88-B233-3AA0-DB8605B7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4C0A33-6DAB-3A2F-E428-8B24D7B9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D0165-28BD-A330-9E0C-95808A2F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8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3E528-D137-B663-0216-EC063E93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58CC89-A200-D5F5-8D0C-E8CFEC926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9E702E-9F8E-0E2B-04E9-EC78AC097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B131E9-9289-0048-DF58-A11A7F886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3A0747-2FBB-2621-988C-3AFB62017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28CD51-C937-2E24-078F-2218C472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191CF8-D9FC-0E50-6664-B3FE88AE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EE8F0D-5B15-F745-D60A-C818CF28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0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F2FE5-6257-037C-EC17-00CEDD59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D16742-1FAA-0C56-2153-5B3B0031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561F68-2C88-9441-9E81-D0E23585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AB186D-E549-8C9D-9613-EB83357C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14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8DC173-927D-7664-0E22-2C9C22F6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E81EE1-2E05-ABDA-0315-54C64C8B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790C5-E2AA-E42A-D410-817CC928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23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FD9E0-3EA1-452F-9FFA-BB325554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E9D57-DDE0-B945-AEFC-B0C6116E2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5D2B2E-25B9-30F5-8EA5-0A4F6BF3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803A4D-7D24-7B16-6B06-9A388D60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1F36BF-75B1-6B2D-95DD-D574B8A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F99791-E4F0-7AD9-3741-E8C130A4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460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23484-1779-C890-4E03-80C65F62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2F6B7B-7B9B-6EF0-82C8-49E3EB14B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200ED3-47F4-E6AD-8145-D042EDEE9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5687E0-93A7-0F36-69FF-5192092F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CEC96F-A725-0ADF-237C-FB7F086C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6D8C25-59CE-7999-B1EA-3D97A9D8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96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7734E-7896-C8E0-FCE5-0368CE27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3F2BC2-27EE-6D23-A897-DD840724F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4F8D2D-5DA8-1C92-4C46-E56E12BE5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D8552-2BE5-4460-E99F-76AFCB62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09EF18-D795-8D6B-6689-85AF544D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09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C3C01B-B2DA-B4F4-D83F-471FB154E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2A563-2763-9E8F-C5CF-CC329341E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01C59E-D290-1117-D492-494BE7CF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2FAE4-A3F4-AB18-509C-0F72894E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8DE1F-9031-306B-DD55-81818B14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5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463E41-F80E-9AA2-D5FD-EDBC2214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ECD06-2B76-9817-54D0-BCAB8CE88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1AAEE-690C-E2BD-9803-659BD837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4597C-D9AD-4C09-B108-DE05949038E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05D7B-A8B2-679B-84BC-FC7DB0BA4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C9A9D6-068D-04F7-A5AB-FBDA55588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92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2EB53E9C-E9EC-B7E3-2A90-2F8C63EB39C9}"/>
              </a:ext>
            </a:extLst>
          </p:cNvPr>
          <p:cNvSpPr/>
          <p:nvPr/>
        </p:nvSpPr>
        <p:spPr>
          <a:xfrm>
            <a:off x="2289110" y="2518442"/>
            <a:ext cx="7444740" cy="35446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A36B5CB-2D7B-B35E-BC40-41B47549A654}"/>
              </a:ext>
            </a:extLst>
          </p:cNvPr>
          <p:cNvSpPr/>
          <p:nvPr/>
        </p:nvSpPr>
        <p:spPr>
          <a:xfrm>
            <a:off x="2286000" y="266700"/>
            <a:ext cx="7444740" cy="32561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3161596-DFA9-9EA7-3C87-0BFB5348A3F6}"/>
              </a:ext>
            </a:extLst>
          </p:cNvPr>
          <p:cNvSpPr/>
          <p:nvPr/>
        </p:nvSpPr>
        <p:spPr>
          <a:xfrm>
            <a:off x="7887797" y="3171985"/>
            <a:ext cx="1842944" cy="2869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0" name="连接符: 肘形 79">
            <a:extLst>
              <a:ext uri="{FF2B5EF4-FFF2-40B4-BE49-F238E27FC236}">
                <a16:creationId xmlns:a16="http://schemas.microsoft.com/office/drawing/2014/main" id="{89767A69-8380-C697-E1EB-9183EAA5F0E0}"/>
              </a:ext>
            </a:extLst>
          </p:cNvPr>
          <p:cNvCxnSpPr>
            <a:cxnSpLocks/>
            <a:stCxn id="64" idx="3"/>
            <a:endCxn id="161" idx="1"/>
          </p:cNvCxnSpPr>
          <p:nvPr/>
        </p:nvCxnSpPr>
        <p:spPr>
          <a:xfrm flipH="1" flipV="1">
            <a:off x="3350050" y="2688644"/>
            <a:ext cx="4154725" cy="2330309"/>
          </a:xfrm>
          <a:prstGeom prst="bentConnector5">
            <a:avLst>
              <a:gd name="adj1" fmla="val -5502"/>
              <a:gd name="adj2" fmla="val 55695"/>
              <a:gd name="adj3" fmla="val 115895"/>
            </a:avLst>
          </a:prstGeom>
          <a:ln w="190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8DF8A6A-4132-D126-37B8-3A864B5FB837}"/>
                  </a:ext>
                </a:extLst>
              </p:cNvPr>
              <p:cNvSpPr/>
              <p:nvPr/>
            </p:nvSpPr>
            <p:spPr>
              <a:xfrm>
                <a:off x="4014902" y="3334115"/>
                <a:ext cx="711356" cy="25228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𝑏𝑎𝑡𝑡</m:t>
                          </m:r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𝑝𝑙𝑎𝑛</m:t>
                          </m:r>
                        </m:sup>
                      </m:sSubSup>
                    </m:oMath>
                  </m:oMathPara>
                </a14:m>
                <a:endParaRPr lang="zh-CN" altLang="en-US" sz="1013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8DF8A6A-4132-D126-37B8-3A864B5FB8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902" y="3334115"/>
                <a:ext cx="711356" cy="2522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流程图: 决策 40">
            <a:extLst>
              <a:ext uri="{FF2B5EF4-FFF2-40B4-BE49-F238E27FC236}">
                <a16:creationId xmlns:a16="http://schemas.microsoft.com/office/drawing/2014/main" id="{8D557CA7-F3BE-9C70-C896-EE245F69E372}"/>
              </a:ext>
            </a:extLst>
          </p:cNvPr>
          <p:cNvSpPr/>
          <p:nvPr/>
        </p:nvSpPr>
        <p:spPr>
          <a:xfrm>
            <a:off x="3994433" y="3876356"/>
            <a:ext cx="1610967" cy="60113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Within SOC range?</a:t>
            </a:r>
            <a:endParaRPr lang="zh-CN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19850C9-42E6-F566-5A51-10EB30AE568D}"/>
              </a:ext>
            </a:extLst>
          </p:cNvPr>
          <p:cNvCxnSpPr>
            <a:cxnSpLocks/>
            <a:stCxn id="41" idx="3"/>
            <a:endCxn id="52" idx="1"/>
          </p:cNvCxnSpPr>
          <p:nvPr/>
        </p:nvCxnSpPr>
        <p:spPr>
          <a:xfrm>
            <a:off x="5605400" y="4176923"/>
            <a:ext cx="271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FD01D32-892B-F306-9BA7-38510F86CAD3}"/>
                  </a:ext>
                </a:extLst>
              </p:cNvPr>
              <p:cNvSpPr/>
              <p:nvPr/>
            </p:nvSpPr>
            <p:spPr>
              <a:xfrm>
                <a:off x="8037234" y="3494370"/>
                <a:ext cx="615466" cy="247568"/>
              </a:xfrm>
              <a:prstGeom prst="rect">
                <a:avLst/>
              </a:prstGeom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SG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SG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𝑏𝑎𝑡𝑡</m:t>
                          </m:r>
                          <m:r>
                            <a:rPr lang="en-SG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SG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SG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𝑝𝑙𝑎𝑛</m:t>
                          </m:r>
                        </m:sup>
                      </m:sSubSup>
                    </m:oMath>
                  </m:oMathPara>
                </a14:m>
                <a:endParaRPr lang="zh-CN" altLang="en-US" sz="1013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FD01D32-892B-F306-9BA7-38510F86C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234" y="3494370"/>
                <a:ext cx="615466" cy="247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A875B8A6-507B-0D46-803C-74783407273B}"/>
              </a:ext>
            </a:extLst>
          </p:cNvPr>
          <p:cNvSpPr txBox="1"/>
          <p:nvPr/>
        </p:nvSpPr>
        <p:spPr>
          <a:xfrm>
            <a:off x="4755266" y="3712663"/>
            <a:ext cx="35327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C133E9F-8B5B-E2BC-3CC2-30FEE94EE411}"/>
              </a:ext>
            </a:extLst>
          </p:cNvPr>
          <p:cNvSpPr txBox="1"/>
          <p:nvPr/>
        </p:nvSpPr>
        <p:spPr>
          <a:xfrm>
            <a:off x="5494976" y="3940349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11046B55-9D54-4F4B-3FB0-7281D4EDA0A1}"/>
                  </a:ext>
                </a:extLst>
              </p:cNvPr>
              <p:cNvSpPr/>
              <p:nvPr/>
            </p:nvSpPr>
            <p:spPr>
              <a:xfrm>
                <a:off x="8102961" y="4302090"/>
                <a:ext cx="814163" cy="253780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altLang="zh-CN" sz="105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𝑑𝑐h</m:t>
                        </m:r>
                      </m:sup>
                    </m:sSubSup>
                  </m:oMath>
                </a14:m>
                <a:endParaRPr lang="en-US" altLang="zh-CN" sz="1013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11046B55-9D54-4F4B-3FB0-7281D4EDA0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961" y="4302090"/>
                <a:ext cx="814163" cy="253780"/>
              </a:xfrm>
              <a:prstGeom prst="rect">
                <a:avLst/>
              </a:prstGeom>
              <a:blipFill>
                <a:blip r:embed="rId5"/>
                <a:stretch>
                  <a:fillRect b="-1136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 62">
            <a:extLst>
              <a:ext uri="{FF2B5EF4-FFF2-40B4-BE49-F238E27FC236}">
                <a16:creationId xmlns:a16="http://schemas.microsoft.com/office/drawing/2014/main" id="{DE0ADE79-3A44-60BA-4A8C-9A8FC65B5A1D}"/>
              </a:ext>
            </a:extLst>
          </p:cNvPr>
          <p:cNvSpPr/>
          <p:nvPr/>
        </p:nvSpPr>
        <p:spPr>
          <a:xfrm>
            <a:off x="6227574" y="4852826"/>
            <a:ext cx="462285" cy="3322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EC93BE9-ECD9-4163-A2CD-4AD923E68809}"/>
              </a:ext>
            </a:extLst>
          </p:cNvPr>
          <p:cNvSpPr/>
          <p:nvPr/>
        </p:nvSpPr>
        <p:spPr>
          <a:xfrm>
            <a:off x="6787891" y="4852826"/>
            <a:ext cx="716884" cy="3322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SOH/EFC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EB650AD-0075-4F7D-5BDD-B0DF12C9B9CB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6458717" y="4357496"/>
            <a:ext cx="0" cy="49533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A491FC2-2B3C-3C5A-3534-846087AD32F4}"/>
              </a:ext>
            </a:extLst>
          </p:cNvPr>
          <p:cNvCxnSpPr>
            <a:cxnSpLocks/>
          </p:cNvCxnSpPr>
          <p:nvPr/>
        </p:nvCxnSpPr>
        <p:spPr>
          <a:xfrm flipH="1" flipV="1">
            <a:off x="7269105" y="4364200"/>
            <a:ext cx="2265" cy="48862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FE4795C3-BD82-6A02-D5F3-1631065619E1}"/>
              </a:ext>
            </a:extLst>
          </p:cNvPr>
          <p:cNvCxnSpPr>
            <a:cxnSpLocks/>
            <a:stCxn id="102" idx="2"/>
            <a:endCxn id="64" idx="2"/>
          </p:cNvCxnSpPr>
          <p:nvPr/>
        </p:nvCxnSpPr>
        <p:spPr>
          <a:xfrm rot="5400000">
            <a:off x="7890037" y="4332562"/>
            <a:ext cx="108814" cy="1596222"/>
          </a:xfrm>
          <a:prstGeom prst="bentConnector3">
            <a:avLst>
              <a:gd name="adj1" fmla="val 310083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47875AA7-58F7-5684-EB50-7E1BAF8B6099}"/>
              </a:ext>
            </a:extLst>
          </p:cNvPr>
          <p:cNvCxnSpPr>
            <a:cxnSpLocks/>
            <a:stCxn id="102" idx="2"/>
            <a:endCxn id="63" idx="2"/>
          </p:cNvCxnSpPr>
          <p:nvPr/>
        </p:nvCxnSpPr>
        <p:spPr>
          <a:xfrm rot="5400000">
            <a:off x="7546229" y="3988754"/>
            <a:ext cx="108814" cy="2283838"/>
          </a:xfrm>
          <a:prstGeom prst="bentConnector3">
            <a:avLst>
              <a:gd name="adj1" fmla="val 310083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AD1A87CA-1185-A0B2-1231-D328B79DE47B}"/>
              </a:ext>
            </a:extLst>
          </p:cNvPr>
          <p:cNvSpPr txBox="1"/>
          <p:nvPr/>
        </p:nvSpPr>
        <p:spPr>
          <a:xfrm>
            <a:off x="8158644" y="5180196"/>
            <a:ext cx="7584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FF7CF96D-0933-32E8-D496-9361435D63F5}"/>
                  </a:ext>
                </a:extLst>
              </p:cNvPr>
              <p:cNvSpPr/>
              <p:nvPr/>
            </p:nvSpPr>
            <p:spPr>
              <a:xfrm>
                <a:off x="8102962" y="4611553"/>
                <a:ext cx="565240" cy="260920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SG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SG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𝑏𝑎𝑡𝑡</m:t>
                          </m:r>
                          <m:r>
                            <a:rPr lang="en-SG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SG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SG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𝑝𝑙𝑎𝑛</m:t>
                          </m:r>
                        </m:sup>
                      </m:sSubSup>
                    </m:oMath>
                  </m:oMathPara>
                </a14:m>
                <a:endParaRPr lang="en-US" altLang="zh-CN" sz="1013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FF7CF96D-0933-32E8-D496-9361435D63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962" y="4611553"/>
                <a:ext cx="565240" cy="260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本框 100">
            <a:extLst>
              <a:ext uri="{FF2B5EF4-FFF2-40B4-BE49-F238E27FC236}">
                <a16:creationId xmlns:a16="http://schemas.microsoft.com/office/drawing/2014/main" id="{93C7863A-F389-6EB2-B610-6AB3EE8F579E}"/>
              </a:ext>
            </a:extLst>
          </p:cNvPr>
          <p:cNvSpPr txBox="1"/>
          <p:nvPr/>
        </p:nvSpPr>
        <p:spPr>
          <a:xfrm>
            <a:off x="6767094" y="4427731"/>
            <a:ext cx="42582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8DD474B3-0D8C-7E09-4515-0A86DD8CEB79}"/>
              </a:ext>
            </a:extLst>
          </p:cNvPr>
          <p:cNvSpPr/>
          <p:nvPr/>
        </p:nvSpPr>
        <p:spPr>
          <a:xfrm>
            <a:off x="8027827" y="4243401"/>
            <a:ext cx="1429456" cy="8328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18A57628-99ED-541F-C14F-B8B4F2B3E610}"/>
              </a:ext>
            </a:extLst>
          </p:cNvPr>
          <p:cNvSpPr txBox="1"/>
          <p:nvPr/>
        </p:nvSpPr>
        <p:spPr>
          <a:xfrm>
            <a:off x="7981966" y="4820993"/>
            <a:ext cx="16309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Charge/discharge battery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E4D8DFA5-579E-9883-6234-A06F1D800A36}"/>
                  </a:ext>
                </a:extLst>
              </p:cNvPr>
              <p:cNvSpPr/>
              <p:nvPr/>
            </p:nvSpPr>
            <p:spPr>
              <a:xfrm>
                <a:off x="8037234" y="3802000"/>
                <a:ext cx="1379927" cy="253631"/>
              </a:xfrm>
              <a:prstGeom prst="rect">
                <a:avLst/>
              </a:prstGeom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𝑏𝑎𝑡𝑡</m:t>
                        </m:r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𝑝𝑙𝑎𝑛</m:t>
                        </m:r>
                      </m:sup>
                    </m:sSubSup>
                  </m:oMath>
                </a14:m>
                <a:r>
                  <a:rPr lang="en-US" altLang="zh-CN" sz="101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000" b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</m:sup>
                    </m:sSubSup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CN" sz="1000" b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𝑑𝑐h</m:t>
                        </m:r>
                      </m:sup>
                    </m:sSubSup>
                  </m:oMath>
                </a14:m>
                <a:endParaRPr lang="zh-CN" altLang="en-US" sz="1013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E4D8DFA5-579E-9883-6234-A06F1D800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234" y="3802000"/>
                <a:ext cx="1379927" cy="253631"/>
              </a:xfrm>
              <a:prstGeom prst="rect">
                <a:avLst/>
              </a:prstGeom>
              <a:blipFill>
                <a:blip r:embed="rId7"/>
                <a:stretch>
                  <a:fillRect b="-68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D751DFFB-FF89-922B-BDBF-1865AC703306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8510043" y="4067349"/>
            <a:ext cx="0" cy="23474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连接符: 肘形 121">
            <a:extLst>
              <a:ext uri="{FF2B5EF4-FFF2-40B4-BE49-F238E27FC236}">
                <a16:creationId xmlns:a16="http://schemas.microsoft.com/office/drawing/2014/main" id="{7B501D96-489E-A48A-9C8F-9CDB5A31F463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7834345" y="4176923"/>
            <a:ext cx="688442" cy="319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519F2B95-51FB-C152-CAC7-0637A9BB76B7}"/>
              </a:ext>
            </a:extLst>
          </p:cNvPr>
          <p:cNvCxnSpPr>
            <a:cxnSpLocks/>
            <a:stCxn id="52" idx="2"/>
            <a:endCxn id="95" idx="1"/>
          </p:cNvCxnSpPr>
          <p:nvPr/>
        </p:nvCxnSpPr>
        <p:spPr>
          <a:xfrm rot="16200000" flipH="1">
            <a:off x="7347106" y="3986157"/>
            <a:ext cx="264524" cy="12471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2A56F455-FC0B-CD70-11A4-7A8413A889C5}"/>
              </a:ext>
            </a:extLst>
          </p:cNvPr>
          <p:cNvSpPr txBox="1"/>
          <p:nvPr/>
        </p:nvSpPr>
        <p:spPr>
          <a:xfrm>
            <a:off x="6147902" y="4457270"/>
            <a:ext cx="37074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47674B1A-56FF-79F8-7D4E-A5BF200EF985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rot="5400000">
            <a:off x="5645194" y="-491295"/>
            <a:ext cx="224467" cy="35085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4D83954B-FE85-21BD-C965-A7DE8BD97D4B}"/>
              </a:ext>
            </a:extLst>
          </p:cNvPr>
          <p:cNvSpPr/>
          <p:nvPr/>
        </p:nvSpPr>
        <p:spPr>
          <a:xfrm>
            <a:off x="7931385" y="3254359"/>
            <a:ext cx="1525898" cy="85455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CB16EBA-A5B2-661C-4336-015F58108D12}"/>
              </a:ext>
            </a:extLst>
          </p:cNvPr>
          <p:cNvSpPr txBox="1"/>
          <p:nvPr/>
        </p:nvSpPr>
        <p:spPr>
          <a:xfrm>
            <a:off x="7945535" y="3267536"/>
            <a:ext cx="16309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from/to grid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0A0E4D6D-C5C5-0736-2BA6-14E618465182}"/>
              </a:ext>
            </a:extLst>
          </p:cNvPr>
          <p:cNvSpPr/>
          <p:nvPr/>
        </p:nvSpPr>
        <p:spPr>
          <a:xfrm>
            <a:off x="2841415" y="5545538"/>
            <a:ext cx="1052852" cy="241194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SLB retired</a:t>
            </a:r>
            <a:endParaRPr lang="zh-CN" altLang="en-US" sz="1013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974DC0C-41E4-C38A-0DF7-A104F8DE8555}"/>
              </a:ext>
            </a:extLst>
          </p:cNvPr>
          <p:cNvSpPr/>
          <p:nvPr/>
        </p:nvSpPr>
        <p:spPr>
          <a:xfrm>
            <a:off x="5708408" y="4789143"/>
            <a:ext cx="1978126" cy="54698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B6272264-60F4-2EDA-E0A8-01077415000C}"/>
              </a:ext>
            </a:extLst>
          </p:cNvPr>
          <p:cNvSpPr txBox="1"/>
          <p:nvPr/>
        </p:nvSpPr>
        <p:spPr>
          <a:xfrm>
            <a:off x="5634471" y="5128109"/>
            <a:ext cx="16309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Battery state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0" name="连接符: 肘形 189">
            <a:extLst>
              <a:ext uri="{FF2B5EF4-FFF2-40B4-BE49-F238E27FC236}">
                <a16:creationId xmlns:a16="http://schemas.microsoft.com/office/drawing/2014/main" id="{29D5EC91-6D75-611D-04F1-3688F74B8053}"/>
              </a:ext>
            </a:extLst>
          </p:cNvPr>
          <p:cNvCxnSpPr>
            <a:cxnSpLocks/>
            <a:stCxn id="63" idx="1"/>
            <a:endCxn id="41" idx="2"/>
          </p:cNvCxnSpPr>
          <p:nvPr/>
        </p:nvCxnSpPr>
        <p:spPr>
          <a:xfrm rot="10800000">
            <a:off x="4799918" y="4477489"/>
            <a:ext cx="1427657" cy="54146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B86B5E3-4096-2DAD-2AD4-A05863692896}"/>
              </a:ext>
            </a:extLst>
          </p:cNvPr>
          <p:cNvSpPr txBox="1"/>
          <p:nvPr/>
        </p:nvSpPr>
        <p:spPr>
          <a:xfrm>
            <a:off x="4755266" y="4806287"/>
            <a:ext cx="7584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8169DD4D-0ADB-0471-1695-3B52C951BE71}"/>
              </a:ext>
            </a:extLst>
          </p:cNvPr>
          <p:cNvCxnSpPr>
            <a:cxnSpLocks/>
            <a:stCxn id="75" idx="2"/>
            <a:endCxn id="73" idx="0"/>
          </p:cNvCxnSpPr>
          <p:nvPr/>
        </p:nvCxnSpPr>
        <p:spPr>
          <a:xfrm>
            <a:off x="5741089" y="2500894"/>
            <a:ext cx="1556" cy="305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3" name="Picture 6">
            <a:extLst>
              <a:ext uri="{FF2B5EF4-FFF2-40B4-BE49-F238E27FC236}">
                <a16:creationId xmlns:a16="http://schemas.microsoft.com/office/drawing/2014/main" id="{9606D317-969F-AA27-705F-BED339DBE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336" y="5131708"/>
            <a:ext cx="172764" cy="17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Picture 10" descr="Battery Vector Icon 356515 Vector Art at Vecteezy">
            <a:extLst>
              <a:ext uri="{FF2B5EF4-FFF2-40B4-BE49-F238E27FC236}">
                <a16:creationId xmlns:a16="http://schemas.microsoft.com/office/drawing/2014/main" id="{6EFFB194-DD64-CC95-3472-14DB7858DC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3531" r="8120" b="13285"/>
          <a:stretch>
            <a:fillRect/>
          </a:stretch>
        </p:blipFill>
        <p:spPr bwMode="auto">
          <a:xfrm>
            <a:off x="4257682" y="4091344"/>
            <a:ext cx="210817" cy="17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Picture 12" descr="power lines electric grid line icon vector illustration 36279118 Vector ...">
            <a:extLst>
              <a:ext uri="{FF2B5EF4-FFF2-40B4-BE49-F238E27FC236}">
                <a16:creationId xmlns:a16="http://schemas.microsoft.com/office/drawing/2014/main" id="{2D28A46F-6E88-CDBD-982E-36A8365987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t="10376" r="23788" b="6744"/>
          <a:stretch>
            <a:fillRect/>
          </a:stretch>
        </p:blipFill>
        <p:spPr bwMode="auto">
          <a:xfrm>
            <a:off x="9253654" y="3457101"/>
            <a:ext cx="182585" cy="28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Picture 10" descr="Battery Vector Icon 356515 Vector Art at Vecteezy">
            <a:extLst>
              <a:ext uri="{FF2B5EF4-FFF2-40B4-BE49-F238E27FC236}">
                <a16:creationId xmlns:a16="http://schemas.microsoft.com/office/drawing/2014/main" id="{4D63F4B9-1643-4C15-354A-915635D3DC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3531" r="8120" b="13285"/>
          <a:stretch>
            <a:fillRect/>
          </a:stretch>
        </p:blipFill>
        <p:spPr bwMode="auto">
          <a:xfrm>
            <a:off x="9153008" y="4277198"/>
            <a:ext cx="210817" cy="17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9F65C3-4769-DFBA-2AF7-F7024EF802C3}"/>
              </a:ext>
            </a:extLst>
          </p:cNvPr>
          <p:cNvSpPr/>
          <p:nvPr/>
        </p:nvSpPr>
        <p:spPr>
          <a:xfrm>
            <a:off x="2616951" y="1023715"/>
            <a:ext cx="3097153" cy="916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文本框 188">
            <a:extLst>
              <a:ext uri="{FF2B5EF4-FFF2-40B4-BE49-F238E27FC236}">
                <a16:creationId xmlns:a16="http://schemas.microsoft.com/office/drawing/2014/main" id="{CB83D9EC-10FF-3BED-E3D8-69D55C5C89BB}"/>
              </a:ext>
            </a:extLst>
          </p:cNvPr>
          <p:cNvSpPr txBox="1"/>
          <p:nvPr/>
        </p:nvSpPr>
        <p:spPr>
          <a:xfrm>
            <a:off x="3350050" y="473139"/>
            <a:ext cx="16309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Past weeks: historical data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4">
            <a:extLst>
              <a:ext uri="{FF2B5EF4-FFF2-40B4-BE49-F238E27FC236}">
                <a16:creationId xmlns:a16="http://schemas.microsoft.com/office/drawing/2014/main" id="{875E3667-BB3E-CDB1-463F-B21A58D7CF91}"/>
              </a:ext>
            </a:extLst>
          </p:cNvPr>
          <p:cNvSpPr/>
          <p:nvPr/>
        </p:nvSpPr>
        <p:spPr>
          <a:xfrm>
            <a:off x="2603639" y="729097"/>
            <a:ext cx="3097153" cy="24224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price; PV generation; Building demand</a:t>
            </a: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0D753C15-3753-C594-A8A8-995C24F9959C}"/>
              </a:ext>
            </a:extLst>
          </p:cNvPr>
          <p:cNvSpPr/>
          <p:nvPr/>
        </p:nvSpPr>
        <p:spPr>
          <a:xfrm>
            <a:off x="3240201" y="1788944"/>
            <a:ext cx="1525898" cy="38520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DP Solver (Calibration)</a:t>
            </a:r>
            <a:endParaRPr lang="zh-CN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54">
            <a:extLst>
              <a:ext uri="{FF2B5EF4-FFF2-40B4-BE49-F238E27FC236}">
                <a16:creationId xmlns:a16="http://schemas.microsoft.com/office/drawing/2014/main" id="{54853B5A-B907-6D9F-F280-EB1C4F2E80ED}"/>
              </a:ext>
            </a:extLst>
          </p:cNvPr>
          <p:cNvSpPr/>
          <p:nvPr/>
        </p:nvSpPr>
        <p:spPr>
          <a:xfrm>
            <a:off x="5794727" y="729097"/>
            <a:ext cx="2107723" cy="242246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PV generation; Building demand</a:t>
            </a:r>
          </a:p>
        </p:txBody>
      </p:sp>
      <p:sp>
        <p:nvSpPr>
          <p:cNvPr id="10" name="文本框 188">
            <a:extLst>
              <a:ext uri="{FF2B5EF4-FFF2-40B4-BE49-F238E27FC236}">
                <a16:creationId xmlns:a16="http://schemas.microsoft.com/office/drawing/2014/main" id="{68B07523-795C-41C3-5DDE-A5AC148F50E9}"/>
              </a:ext>
            </a:extLst>
          </p:cNvPr>
          <p:cNvSpPr txBox="1"/>
          <p:nvPr/>
        </p:nvSpPr>
        <p:spPr>
          <a:xfrm>
            <a:off x="5973380" y="470502"/>
            <a:ext cx="30820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Day-ahead: predictive data (left); published data (right) 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54">
            <a:extLst>
              <a:ext uri="{FF2B5EF4-FFF2-40B4-BE49-F238E27FC236}">
                <a16:creationId xmlns:a16="http://schemas.microsoft.com/office/drawing/2014/main" id="{CB23E922-1844-A343-4A29-8DA59D246041}"/>
              </a:ext>
            </a:extLst>
          </p:cNvPr>
          <p:cNvSpPr/>
          <p:nvPr/>
        </p:nvSpPr>
        <p:spPr>
          <a:xfrm>
            <a:off x="7944887" y="729097"/>
            <a:ext cx="1252454" cy="242246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price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4176A2-8D1A-B99E-ED46-5F7C1CCBFD60}"/>
              </a:ext>
            </a:extLst>
          </p:cNvPr>
          <p:cNvSpPr/>
          <p:nvPr/>
        </p:nvSpPr>
        <p:spPr>
          <a:xfrm>
            <a:off x="5785689" y="1023682"/>
            <a:ext cx="3411652" cy="9168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36BB8FD6-188C-BEA2-8BA5-748D20AEDF3D}"/>
              </a:ext>
            </a:extLst>
          </p:cNvPr>
          <p:cNvSpPr/>
          <p:nvPr/>
        </p:nvSpPr>
        <p:spPr>
          <a:xfrm>
            <a:off x="7080772" y="1782739"/>
            <a:ext cx="1525898" cy="38520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DP Solver (Prediction)</a:t>
            </a:r>
            <a:endParaRPr lang="zh-CN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6">
                <a:extLst>
                  <a:ext uri="{FF2B5EF4-FFF2-40B4-BE49-F238E27FC236}">
                    <a16:creationId xmlns:a16="http://schemas.microsoft.com/office/drawing/2014/main" id="{1350C344-8AB7-3456-278D-1F4FF28930AE}"/>
                  </a:ext>
                </a:extLst>
              </p:cNvPr>
              <p:cNvSpPr/>
              <p:nvPr/>
            </p:nvSpPr>
            <p:spPr>
              <a:xfrm>
                <a:off x="5205142" y="1827178"/>
                <a:ext cx="1039152" cy="296326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Calibrated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6">
                <a:extLst>
                  <a:ext uri="{FF2B5EF4-FFF2-40B4-BE49-F238E27FC236}">
                    <a16:creationId xmlns:a16="http://schemas.microsoft.com/office/drawing/2014/main" id="{1350C344-8AB7-3456-278D-1F4FF2893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142" y="1827178"/>
                <a:ext cx="1039152" cy="2963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41">
            <a:extLst>
              <a:ext uri="{FF2B5EF4-FFF2-40B4-BE49-F238E27FC236}">
                <a16:creationId xmlns:a16="http://schemas.microsoft.com/office/drawing/2014/main" id="{A2D7AF0F-F997-F436-4A16-9AD32C90BC05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4766099" y="1975341"/>
            <a:ext cx="439043" cy="6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41">
            <a:extLst>
              <a:ext uri="{FF2B5EF4-FFF2-40B4-BE49-F238E27FC236}">
                <a16:creationId xmlns:a16="http://schemas.microsoft.com/office/drawing/2014/main" id="{1C497779-0026-FB37-774E-9B834893EC16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>
            <a:off x="6244294" y="1975341"/>
            <a:ext cx="8364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187">
            <a:extLst>
              <a:ext uri="{FF2B5EF4-FFF2-40B4-BE49-F238E27FC236}">
                <a16:creationId xmlns:a16="http://schemas.microsoft.com/office/drawing/2014/main" id="{220C925E-34CD-C666-8848-3DD95FE86D59}"/>
              </a:ext>
            </a:extLst>
          </p:cNvPr>
          <p:cNvSpPr/>
          <p:nvPr/>
        </p:nvSpPr>
        <p:spPr>
          <a:xfrm>
            <a:off x="5757485" y="511145"/>
            <a:ext cx="3508436" cy="63960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4" name="矩形 187">
            <a:extLst>
              <a:ext uri="{FF2B5EF4-FFF2-40B4-BE49-F238E27FC236}">
                <a16:creationId xmlns:a16="http://schemas.microsoft.com/office/drawing/2014/main" id="{DDED87E9-C1A9-B7D4-0AE2-FBD94EBBE4F0}"/>
              </a:ext>
            </a:extLst>
          </p:cNvPr>
          <p:cNvSpPr/>
          <p:nvPr/>
        </p:nvSpPr>
        <p:spPr>
          <a:xfrm>
            <a:off x="2541905" y="515532"/>
            <a:ext cx="3194680" cy="63960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5" name="矩形 6">
            <a:extLst>
              <a:ext uri="{FF2B5EF4-FFF2-40B4-BE49-F238E27FC236}">
                <a16:creationId xmlns:a16="http://schemas.microsoft.com/office/drawing/2014/main" id="{9335B856-D774-4944-40C1-D60F55EBABAD}"/>
              </a:ext>
            </a:extLst>
          </p:cNvPr>
          <p:cNvSpPr/>
          <p:nvPr/>
        </p:nvSpPr>
        <p:spPr>
          <a:xfrm>
            <a:off x="7208691" y="1366236"/>
            <a:ext cx="1268712" cy="2963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dataset</a:t>
            </a:r>
            <a:endParaRPr lang="zh-CN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6">
            <a:extLst>
              <a:ext uri="{FF2B5EF4-FFF2-40B4-BE49-F238E27FC236}">
                <a16:creationId xmlns:a16="http://schemas.microsoft.com/office/drawing/2014/main" id="{57094321-E571-4B7D-4235-E0137E72AB64}"/>
              </a:ext>
            </a:extLst>
          </p:cNvPr>
          <p:cNvSpPr/>
          <p:nvPr/>
        </p:nvSpPr>
        <p:spPr>
          <a:xfrm>
            <a:off x="3368794" y="1375215"/>
            <a:ext cx="1268712" cy="2963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dataset</a:t>
            </a:r>
            <a:endParaRPr lang="zh-CN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228">
            <a:extLst>
              <a:ext uri="{FF2B5EF4-FFF2-40B4-BE49-F238E27FC236}">
                <a16:creationId xmlns:a16="http://schemas.microsoft.com/office/drawing/2014/main" id="{A62564A3-5AB9-7207-17C6-0E92A9789984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003150" y="1150748"/>
            <a:ext cx="0" cy="224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153">
            <a:extLst>
              <a:ext uri="{FF2B5EF4-FFF2-40B4-BE49-F238E27FC236}">
                <a16:creationId xmlns:a16="http://schemas.microsoft.com/office/drawing/2014/main" id="{58C103AB-895D-FD28-4D8D-D4465E6B534A}"/>
              </a:ext>
            </a:extLst>
          </p:cNvPr>
          <p:cNvCxnSpPr>
            <a:cxnSpLocks/>
            <a:stCxn id="41" idx="0"/>
            <a:endCxn id="44" idx="1"/>
          </p:cNvCxnSpPr>
          <p:nvPr/>
        </p:nvCxnSpPr>
        <p:spPr>
          <a:xfrm rot="5400000" flipH="1" flipV="1">
            <a:off x="6289474" y="2128597"/>
            <a:ext cx="258202" cy="32373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153">
            <a:extLst>
              <a:ext uri="{FF2B5EF4-FFF2-40B4-BE49-F238E27FC236}">
                <a16:creationId xmlns:a16="http://schemas.microsoft.com/office/drawing/2014/main" id="{5DB0C865-0362-329E-1E37-42AC344CD119}"/>
              </a:ext>
            </a:extLst>
          </p:cNvPr>
          <p:cNvCxnSpPr>
            <a:cxnSpLocks/>
            <a:stCxn id="23" idx="3"/>
            <a:endCxn id="25" idx="3"/>
          </p:cNvCxnSpPr>
          <p:nvPr/>
        </p:nvCxnSpPr>
        <p:spPr>
          <a:xfrm flipH="1">
            <a:off x="8477403" y="830947"/>
            <a:ext cx="788518" cy="683452"/>
          </a:xfrm>
          <a:prstGeom prst="bentConnector3">
            <a:avLst>
              <a:gd name="adj1" fmla="val -289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">
            <a:extLst>
              <a:ext uri="{FF2B5EF4-FFF2-40B4-BE49-F238E27FC236}">
                <a16:creationId xmlns:a16="http://schemas.microsoft.com/office/drawing/2014/main" id="{8B2195C5-4A4A-BBCA-DD4F-A3F6CB5DA00B}"/>
              </a:ext>
            </a:extLst>
          </p:cNvPr>
          <p:cNvCxnSpPr>
            <a:cxnSpLocks/>
            <a:stCxn id="25" idx="2"/>
            <a:endCxn id="15" idx="0"/>
          </p:cNvCxnSpPr>
          <p:nvPr/>
        </p:nvCxnSpPr>
        <p:spPr>
          <a:xfrm>
            <a:off x="7843047" y="1662562"/>
            <a:ext cx="674" cy="120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">
            <a:extLst>
              <a:ext uri="{FF2B5EF4-FFF2-40B4-BE49-F238E27FC236}">
                <a16:creationId xmlns:a16="http://schemas.microsoft.com/office/drawing/2014/main" id="{A87769B8-2641-14AA-F2B0-023F3BD1F12D}"/>
              </a:ext>
            </a:extLst>
          </p:cNvPr>
          <p:cNvCxnSpPr>
            <a:cxnSpLocks/>
            <a:stCxn id="26" idx="2"/>
            <a:endCxn id="8" idx="0"/>
          </p:cNvCxnSpPr>
          <p:nvPr/>
        </p:nvCxnSpPr>
        <p:spPr>
          <a:xfrm>
            <a:off x="4003150" y="1671541"/>
            <a:ext cx="0" cy="117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流程图: 决策 51">
                <a:extLst>
                  <a:ext uri="{FF2B5EF4-FFF2-40B4-BE49-F238E27FC236}">
                    <a16:creationId xmlns:a16="http://schemas.microsoft.com/office/drawing/2014/main" id="{2A7230AB-92CE-7082-76B2-DDB05DA87327}"/>
                  </a:ext>
                </a:extLst>
              </p:cNvPr>
              <p:cNvSpPr/>
              <p:nvPr/>
            </p:nvSpPr>
            <p:spPr>
              <a:xfrm>
                <a:off x="4764074" y="2806858"/>
                <a:ext cx="1957141" cy="601133"/>
              </a:xfrm>
              <a:prstGeom prst="flowChartDecis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SG" altLang="zh-CN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recalibration required?</a:t>
                </a:r>
                <a:endParaRPr lang="zh-CN" alt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3" name="流程图: 决策 51">
                <a:extLst>
                  <a:ext uri="{FF2B5EF4-FFF2-40B4-BE49-F238E27FC236}">
                    <a16:creationId xmlns:a16="http://schemas.microsoft.com/office/drawing/2014/main" id="{2A7230AB-92CE-7082-76B2-DDB05DA87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074" y="2806858"/>
                <a:ext cx="1957141" cy="601133"/>
              </a:xfrm>
              <a:prstGeom prst="flowChartDecision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矩形 227">
                <a:extLst>
                  <a:ext uri="{FF2B5EF4-FFF2-40B4-BE49-F238E27FC236}">
                    <a16:creationId xmlns:a16="http://schemas.microsoft.com/office/drawing/2014/main" id="{B0F24A53-5E8A-FDDB-C5B2-6FF63E1348DA}"/>
                  </a:ext>
                </a:extLst>
              </p:cNvPr>
              <p:cNvSpPr/>
              <p:nvPr/>
            </p:nvSpPr>
            <p:spPr>
              <a:xfrm>
                <a:off x="5082058" y="2259700"/>
                <a:ext cx="1318061" cy="24119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1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SG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zh-CN" sz="101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day </a:t>
                </a:r>
                <a:endParaRPr lang="zh-CN" altLang="en-US" sz="1013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" name="矩形 227">
                <a:extLst>
                  <a:ext uri="{FF2B5EF4-FFF2-40B4-BE49-F238E27FC236}">
                    <a16:creationId xmlns:a16="http://schemas.microsoft.com/office/drawing/2014/main" id="{B0F24A53-5E8A-FDDB-C5B2-6FF63E134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058" y="2259700"/>
                <a:ext cx="1318061" cy="241194"/>
              </a:xfrm>
              <a:prstGeom prst="rect">
                <a:avLst/>
              </a:prstGeom>
              <a:blipFill>
                <a:blip r:embed="rId13"/>
                <a:stretch>
                  <a:fillRect b="-1190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连接符: 肘形 153">
            <a:extLst>
              <a:ext uri="{FF2B5EF4-FFF2-40B4-BE49-F238E27FC236}">
                <a16:creationId xmlns:a16="http://schemas.microsoft.com/office/drawing/2014/main" id="{E37300C5-588C-F0F0-3B4C-9EF4A15D9DA7}"/>
              </a:ext>
            </a:extLst>
          </p:cNvPr>
          <p:cNvCxnSpPr>
            <a:cxnSpLocks/>
            <a:stCxn id="73" idx="1"/>
            <a:endCxn id="161" idx="2"/>
          </p:cNvCxnSpPr>
          <p:nvPr/>
        </p:nvCxnSpPr>
        <p:spPr>
          <a:xfrm rot="10800000">
            <a:off x="4010636" y="2883987"/>
            <a:ext cx="753438" cy="2234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连接符: 肘形 153">
            <a:extLst>
              <a:ext uri="{FF2B5EF4-FFF2-40B4-BE49-F238E27FC236}">
                <a16:creationId xmlns:a16="http://schemas.microsoft.com/office/drawing/2014/main" id="{331F7CD7-2EA3-1E56-396A-4E5DB684F412}"/>
              </a:ext>
            </a:extLst>
          </p:cNvPr>
          <p:cNvCxnSpPr>
            <a:cxnSpLocks/>
            <a:stCxn id="73" idx="3"/>
            <a:endCxn id="15" idx="1"/>
          </p:cNvCxnSpPr>
          <p:nvPr/>
        </p:nvCxnSpPr>
        <p:spPr>
          <a:xfrm flipV="1">
            <a:off x="6721215" y="1975341"/>
            <a:ext cx="359557" cy="1132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文本框 45">
            <a:extLst>
              <a:ext uri="{FF2B5EF4-FFF2-40B4-BE49-F238E27FC236}">
                <a16:creationId xmlns:a16="http://schemas.microsoft.com/office/drawing/2014/main" id="{8C71E17E-E269-077A-5C86-B42F5296270A}"/>
              </a:ext>
            </a:extLst>
          </p:cNvPr>
          <p:cNvSpPr txBox="1"/>
          <p:nvPr/>
        </p:nvSpPr>
        <p:spPr>
          <a:xfrm>
            <a:off x="4457746" y="2918020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45">
            <a:extLst>
              <a:ext uri="{FF2B5EF4-FFF2-40B4-BE49-F238E27FC236}">
                <a16:creationId xmlns:a16="http://schemas.microsoft.com/office/drawing/2014/main" id="{E6781550-07DE-525F-2B1B-A9A4947DD246}"/>
              </a:ext>
            </a:extLst>
          </p:cNvPr>
          <p:cNvSpPr txBox="1"/>
          <p:nvPr/>
        </p:nvSpPr>
        <p:spPr>
          <a:xfrm>
            <a:off x="6622346" y="2910348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连接符: 肘形 153">
            <a:extLst>
              <a:ext uri="{FF2B5EF4-FFF2-40B4-BE49-F238E27FC236}">
                <a16:creationId xmlns:a16="http://schemas.microsoft.com/office/drawing/2014/main" id="{458DDA01-9F56-FF4C-BA0B-16F6EDFD4312}"/>
              </a:ext>
            </a:extLst>
          </p:cNvPr>
          <p:cNvCxnSpPr>
            <a:cxnSpLocks/>
            <a:stCxn id="15" idx="2"/>
            <a:endCxn id="4" idx="3"/>
          </p:cNvCxnSpPr>
          <p:nvPr/>
        </p:nvCxnSpPr>
        <p:spPr>
          <a:xfrm rot="5400000">
            <a:off x="5638831" y="1255370"/>
            <a:ext cx="1292318" cy="31174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流程图: 决策 51">
                <a:extLst>
                  <a:ext uri="{FF2B5EF4-FFF2-40B4-BE49-F238E27FC236}">
                    <a16:creationId xmlns:a16="http://schemas.microsoft.com/office/drawing/2014/main" id="{FF4D4890-811D-D2F3-3D71-C3A3E3A35F21}"/>
                  </a:ext>
                </a:extLst>
              </p:cNvPr>
              <p:cNvSpPr/>
              <p:nvPr/>
            </p:nvSpPr>
            <p:spPr>
              <a:xfrm>
                <a:off x="5877204" y="3876356"/>
                <a:ext cx="1957141" cy="601133"/>
              </a:xfrm>
              <a:prstGeom prst="flowChartDecis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power constraint: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altLang="zh-CN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𝑑𝑐h</m:t>
                        </m:r>
                      </m:sup>
                    </m:sSubSup>
                  </m:oMath>
                </a14:m>
                <a:r>
                  <a:rPr lang="en-US" altLang="zh-CN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zh-CN" alt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" name="流程图: 决策 51">
                <a:extLst>
                  <a:ext uri="{FF2B5EF4-FFF2-40B4-BE49-F238E27FC236}">
                    <a16:creationId xmlns:a16="http://schemas.microsoft.com/office/drawing/2014/main" id="{FF4D4890-811D-D2F3-3D71-C3A3E3A35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204" y="3876356"/>
                <a:ext cx="1957141" cy="601133"/>
              </a:xfrm>
              <a:prstGeom prst="flowChartDecision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矩形 6">
                <a:extLst>
                  <a:ext uri="{FF2B5EF4-FFF2-40B4-BE49-F238E27FC236}">
                    <a16:creationId xmlns:a16="http://schemas.microsoft.com/office/drawing/2014/main" id="{9E738F3C-E1C0-12FF-FA02-ADCF87820BDF}"/>
                  </a:ext>
                </a:extLst>
              </p:cNvPr>
              <p:cNvSpPr/>
              <p:nvPr/>
            </p:nvSpPr>
            <p:spPr>
              <a:xfrm>
                <a:off x="3350050" y="2493301"/>
                <a:ext cx="1321171" cy="39068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Allocate </a:t>
                </a:r>
                <a14:m>
                  <m:oMath xmlns:m="http://schemas.openxmlformats.org/officeDocument/2006/math">
                    <m:r>
                      <a:rPr lang="en-SG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𝐸𝐹</m:t>
                    </m:r>
                    <m:sSubSup>
                      <m:sSubSupPr>
                        <m:ctrlPr>
                          <a:rPr lang="en-SG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SG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𝑏𝑢𝑑𝑔𝑒𝑡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calibration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1" name="矩形 6">
                <a:extLst>
                  <a:ext uri="{FF2B5EF4-FFF2-40B4-BE49-F238E27FC236}">
                    <a16:creationId xmlns:a16="http://schemas.microsoft.com/office/drawing/2014/main" id="{9E738F3C-E1C0-12FF-FA02-ADCF87820B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50" y="2493301"/>
                <a:ext cx="1321171" cy="390685"/>
              </a:xfrm>
              <a:prstGeom prst="rect">
                <a:avLst/>
              </a:prstGeom>
              <a:blipFill>
                <a:blip r:embed="rId15"/>
                <a:stretch>
                  <a:fillRect b="-89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直接箭头连接符 41">
            <a:extLst>
              <a:ext uri="{FF2B5EF4-FFF2-40B4-BE49-F238E27FC236}">
                <a16:creationId xmlns:a16="http://schemas.microsoft.com/office/drawing/2014/main" id="{745951EF-8BEA-74FF-A152-43D6BE4A9E32}"/>
              </a:ext>
            </a:extLst>
          </p:cNvPr>
          <p:cNvCxnSpPr>
            <a:cxnSpLocks/>
            <a:stCxn id="161" idx="0"/>
            <a:endCxn id="8" idx="2"/>
          </p:cNvCxnSpPr>
          <p:nvPr/>
        </p:nvCxnSpPr>
        <p:spPr>
          <a:xfrm flipH="1" flipV="1">
            <a:off x="4003150" y="2174147"/>
            <a:ext cx="7486" cy="319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矩形 181">
                <a:extLst>
                  <a:ext uri="{FF2B5EF4-FFF2-40B4-BE49-F238E27FC236}">
                    <a16:creationId xmlns:a16="http://schemas.microsoft.com/office/drawing/2014/main" id="{7C15B524-6585-F78A-AD28-D6F5F71E0F5D}"/>
                  </a:ext>
                </a:extLst>
              </p:cNvPr>
              <p:cNvSpPr/>
              <p:nvPr/>
            </p:nvSpPr>
            <p:spPr>
              <a:xfrm>
                <a:off x="2680948" y="4511918"/>
                <a:ext cx="875052" cy="241194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1013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0" name="矩形 181">
                <a:extLst>
                  <a:ext uri="{FF2B5EF4-FFF2-40B4-BE49-F238E27FC236}">
                    <a16:creationId xmlns:a16="http://schemas.microsoft.com/office/drawing/2014/main" id="{7C15B524-6585-F78A-AD28-D6F5F71E0F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948" y="4511918"/>
                <a:ext cx="875052" cy="24119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连接符: 肘形 153">
            <a:extLst>
              <a:ext uri="{FF2B5EF4-FFF2-40B4-BE49-F238E27FC236}">
                <a16:creationId xmlns:a16="http://schemas.microsoft.com/office/drawing/2014/main" id="{A4442284-1CA0-A7A2-ECBA-0F96DC8C2D8C}"/>
              </a:ext>
            </a:extLst>
          </p:cNvPr>
          <p:cNvCxnSpPr>
            <a:cxnSpLocks/>
            <a:stCxn id="171" idx="3"/>
            <a:endCxn id="195" idx="3"/>
          </p:cNvCxnSpPr>
          <p:nvPr/>
        </p:nvCxnSpPr>
        <p:spPr>
          <a:xfrm flipH="1">
            <a:off x="7023965" y="3681635"/>
            <a:ext cx="2433318" cy="1986433"/>
          </a:xfrm>
          <a:prstGeom prst="bentConnector3">
            <a:avLst>
              <a:gd name="adj1" fmla="val -35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5" name="流程图: 决策 51">
            <a:extLst>
              <a:ext uri="{FF2B5EF4-FFF2-40B4-BE49-F238E27FC236}">
                <a16:creationId xmlns:a16="http://schemas.microsoft.com/office/drawing/2014/main" id="{E961ABC8-48B4-D4DD-622E-C52C18165875}"/>
              </a:ext>
            </a:extLst>
          </p:cNvPr>
          <p:cNvSpPr/>
          <p:nvPr/>
        </p:nvSpPr>
        <p:spPr>
          <a:xfrm>
            <a:off x="4708381" y="5493096"/>
            <a:ext cx="2315584" cy="34994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SLB end-of-use?</a:t>
            </a:r>
            <a:endParaRPr lang="zh-CN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文本框 192">
            <a:extLst>
              <a:ext uri="{FF2B5EF4-FFF2-40B4-BE49-F238E27FC236}">
                <a16:creationId xmlns:a16="http://schemas.microsoft.com/office/drawing/2014/main" id="{6571C5C2-07BA-B391-C538-0474D6677744}"/>
              </a:ext>
            </a:extLst>
          </p:cNvPr>
          <p:cNvSpPr txBox="1"/>
          <p:nvPr/>
        </p:nvSpPr>
        <p:spPr>
          <a:xfrm>
            <a:off x="2630190" y="2662139"/>
            <a:ext cx="42494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连接符: 肘形 153">
            <a:extLst>
              <a:ext uri="{FF2B5EF4-FFF2-40B4-BE49-F238E27FC236}">
                <a16:creationId xmlns:a16="http://schemas.microsoft.com/office/drawing/2014/main" id="{C3860C3E-FFD7-EBB1-4E3B-5B02D6A2FFE8}"/>
              </a:ext>
            </a:extLst>
          </p:cNvPr>
          <p:cNvCxnSpPr>
            <a:cxnSpLocks/>
            <a:stCxn id="102" idx="3"/>
            <a:endCxn id="195" idx="3"/>
          </p:cNvCxnSpPr>
          <p:nvPr/>
        </p:nvCxnSpPr>
        <p:spPr>
          <a:xfrm flipH="1">
            <a:off x="7023965" y="4659834"/>
            <a:ext cx="2433318" cy="1008234"/>
          </a:xfrm>
          <a:prstGeom prst="bentConnector3">
            <a:avLst>
              <a:gd name="adj1" fmla="val -313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连接符: 肘形 153">
            <a:extLst>
              <a:ext uri="{FF2B5EF4-FFF2-40B4-BE49-F238E27FC236}">
                <a16:creationId xmlns:a16="http://schemas.microsoft.com/office/drawing/2014/main" id="{96A8D0D8-5FDA-4069-44F8-71CEDB6EF789}"/>
              </a:ext>
            </a:extLst>
          </p:cNvPr>
          <p:cNvCxnSpPr>
            <a:cxnSpLocks/>
            <a:stCxn id="195" idx="0"/>
            <a:endCxn id="29" idx="3"/>
          </p:cNvCxnSpPr>
          <p:nvPr/>
        </p:nvCxnSpPr>
        <p:spPr>
          <a:xfrm rot="16200000" flipV="1">
            <a:off x="5446128" y="5073051"/>
            <a:ext cx="132788" cy="7073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直接箭头连接符 41">
            <a:extLst>
              <a:ext uri="{FF2B5EF4-FFF2-40B4-BE49-F238E27FC236}">
                <a16:creationId xmlns:a16="http://schemas.microsoft.com/office/drawing/2014/main" id="{B9878090-9B52-B2EE-EF52-AFB2A19DA547}"/>
              </a:ext>
            </a:extLst>
          </p:cNvPr>
          <p:cNvCxnSpPr>
            <a:cxnSpLocks/>
            <a:stCxn id="195" idx="1"/>
            <a:endCxn id="182" idx="3"/>
          </p:cNvCxnSpPr>
          <p:nvPr/>
        </p:nvCxnSpPr>
        <p:spPr>
          <a:xfrm flipH="1" flipV="1">
            <a:off x="3894267" y="5666135"/>
            <a:ext cx="814114" cy="1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直接箭头连接符 73">
            <a:extLst>
              <a:ext uri="{FF2B5EF4-FFF2-40B4-BE49-F238E27FC236}">
                <a16:creationId xmlns:a16="http://schemas.microsoft.com/office/drawing/2014/main" id="{230E8DD9-8082-8006-5FFB-CEAC9F98D190}"/>
              </a:ext>
            </a:extLst>
          </p:cNvPr>
          <p:cNvCxnSpPr>
            <a:cxnSpLocks/>
          </p:cNvCxnSpPr>
          <p:nvPr/>
        </p:nvCxnSpPr>
        <p:spPr>
          <a:xfrm>
            <a:off x="6855774" y="5180196"/>
            <a:ext cx="6635" cy="47666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0" name="文本框 192">
            <a:extLst>
              <a:ext uri="{FF2B5EF4-FFF2-40B4-BE49-F238E27FC236}">
                <a16:creationId xmlns:a16="http://schemas.microsoft.com/office/drawing/2014/main" id="{E58561A1-6918-097C-EF7A-56E091EFA564}"/>
              </a:ext>
            </a:extLst>
          </p:cNvPr>
          <p:cNvSpPr txBox="1"/>
          <p:nvPr/>
        </p:nvSpPr>
        <p:spPr>
          <a:xfrm>
            <a:off x="6553030" y="5400054"/>
            <a:ext cx="42494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文本框 45">
            <a:extLst>
              <a:ext uri="{FF2B5EF4-FFF2-40B4-BE49-F238E27FC236}">
                <a16:creationId xmlns:a16="http://schemas.microsoft.com/office/drawing/2014/main" id="{32DB5E9E-A9C3-568F-AEE9-F01BDF3687A2}"/>
              </a:ext>
            </a:extLst>
          </p:cNvPr>
          <p:cNvSpPr txBox="1"/>
          <p:nvPr/>
        </p:nvSpPr>
        <p:spPr>
          <a:xfrm>
            <a:off x="4134997" y="5467782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文本框 45">
            <a:extLst>
              <a:ext uri="{FF2B5EF4-FFF2-40B4-BE49-F238E27FC236}">
                <a16:creationId xmlns:a16="http://schemas.microsoft.com/office/drawing/2014/main" id="{8FA79EB7-BD15-2601-D4D0-2629419E85BC}"/>
              </a:ext>
            </a:extLst>
          </p:cNvPr>
          <p:cNvSpPr txBox="1"/>
          <p:nvPr/>
        </p:nvSpPr>
        <p:spPr>
          <a:xfrm>
            <a:off x="5578320" y="5311112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0" name="Picture 10" descr="Battery Vector Icon 356515 Vector Art at Vecteezy">
            <a:extLst>
              <a:ext uri="{FF2B5EF4-FFF2-40B4-BE49-F238E27FC236}">
                <a16:creationId xmlns:a16="http://schemas.microsoft.com/office/drawing/2014/main" id="{84D58438-C8C4-BCA9-0B80-E1F9FC48A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3531" r="8120" b="13285"/>
          <a:stretch>
            <a:fillRect/>
          </a:stretch>
        </p:blipFill>
        <p:spPr bwMode="auto">
          <a:xfrm>
            <a:off x="6277925" y="4090988"/>
            <a:ext cx="210817" cy="17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81">
                <a:extLst>
                  <a:ext uri="{FF2B5EF4-FFF2-40B4-BE49-F238E27FC236}">
                    <a16:creationId xmlns:a16="http://schemas.microsoft.com/office/drawing/2014/main" id="{8A7AC9DC-B448-7A9B-FD3B-41B01A4A4925}"/>
                  </a:ext>
                </a:extLst>
              </p:cNvPr>
              <p:cNvSpPr/>
              <p:nvPr/>
            </p:nvSpPr>
            <p:spPr>
              <a:xfrm>
                <a:off x="2704357" y="3982658"/>
                <a:ext cx="831801" cy="392402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SG" altLang="zh-CN" sz="1013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𝑏𝑎𝑡𝑡</m:t>
                        </m:r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SG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SG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𝑝𝑙𝑎𝑛</m:t>
                        </m:r>
                      </m:sup>
                    </m:sSubSup>
                    <m:r>
                      <a:rPr lang="en-SG" altLang="zh-CN" sz="1013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SG" altLang="zh-CN" sz="101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SG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p>
                        <m:r>
                          <a:rPr lang="en-SG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SG" altLang="zh-CN" sz="101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day</a:t>
                </a:r>
                <a:endParaRPr lang="zh-CN" altLang="en-US" sz="1013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81">
                <a:extLst>
                  <a:ext uri="{FF2B5EF4-FFF2-40B4-BE49-F238E27FC236}">
                    <a16:creationId xmlns:a16="http://schemas.microsoft.com/office/drawing/2014/main" id="{8A7AC9DC-B448-7A9B-FD3B-41B01A4A4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357" y="3982658"/>
                <a:ext cx="831801" cy="392402"/>
              </a:xfrm>
              <a:prstGeom prst="rect">
                <a:avLst/>
              </a:prstGeom>
              <a:blipFill>
                <a:blip r:embed="rId17"/>
                <a:stretch>
                  <a:fillRect b="-117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流程图: 决策 40">
                <a:extLst>
                  <a:ext uri="{FF2B5EF4-FFF2-40B4-BE49-F238E27FC236}">
                    <a16:creationId xmlns:a16="http://schemas.microsoft.com/office/drawing/2014/main" id="{8D011181-C301-37C0-20C2-266FCE22A752}"/>
                  </a:ext>
                </a:extLst>
              </p:cNvPr>
              <p:cNvSpPr/>
              <p:nvPr/>
            </p:nvSpPr>
            <p:spPr>
              <a:xfrm>
                <a:off x="3977713" y="5195889"/>
                <a:ext cx="1181158" cy="328837"/>
              </a:xfrm>
              <a:prstGeom prst="flowChartDecis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SG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SG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&lt;24</m:t>
                    </m:r>
                  </m:oMath>
                </a14:m>
                <a:r>
                  <a:rPr lang="en-US" altLang="zh-CN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zh-CN" alt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流程图: 决策 40">
                <a:extLst>
                  <a:ext uri="{FF2B5EF4-FFF2-40B4-BE49-F238E27FC236}">
                    <a16:creationId xmlns:a16="http://schemas.microsoft.com/office/drawing/2014/main" id="{8D011181-C301-37C0-20C2-266FCE22A7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13" y="5195889"/>
                <a:ext cx="1181158" cy="328837"/>
              </a:xfrm>
              <a:prstGeom prst="flowChartDecision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连接符: 肘形 153">
            <a:extLst>
              <a:ext uri="{FF2B5EF4-FFF2-40B4-BE49-F238E27FC236}">
                <a16:creationId xmlns:a16="http://schemas.microsoft.com/office/drawing/2014/main" id="{E2B89609-2F25-01FA-4B49-54D5FD47AFD7}"/>
              </a:ext>
            </a:extLst>
          </p:cNvPr>
          <p:cNvCxnSpPr>
            <a:cxnSpLocks/>
            <a:stCxn id="29" idx="0"/>
            <a:endCxn id="180" idx="3"/>
          </p:cNvCxnSpPr>
          <p:nvPr/>
        </p:nvCxnSpPr>
        <p:spPr>
          <a:xfrm rot="16200000" flipV="1">
            <a:off x="3780459" y="4408056"/>
            <a:ext cx="563374" cy="10122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45">
            <a:extLst>
              <a:ext uri="{FF2B5EF4-FFF2-40B4-BE49-F238E27FC236}">
                <a16:creationId xmlns:a16="http://schemas.microsoft.com/office/drawing/2014/main" id="{4300E61D-7DB0-793B-A031-036583A7C16E}"/>
              </a:ext>
            </a:extLst>
          </p:cNvPr>
          <p:cNvSpPr txBox="1"/>
          <p:nvPr/>
        </p:nvSpPr>
        <p:spPr>
          <a:xfrm>
            <a:off x="4248560" y="4993988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181">
                <a:extLst>
                  <a:ext uri="{FF2B5EF4-FFF2-40B4-BE49-F238E27FC236}">
                    <a16:creationId xmlns:a16="http://schemas.microsoft.com/office/drawing/2014/main" id="{A582C0F1-5540-117A-23E6-E84BCDB27E6B}"/>
                  </a:ext>
                </a:extLst>
              </p:cNvPr>
              <p:cNvSpPr/>
              <p:nvPr/>
            </p:nvSpPr>
            <p:spPr>
              <a:xfrm>
                <a:off x="2692118" y="4820993"/>
                <a:ext cx="861077" cy="60637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altLang="zh-CN" sz="1013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 day: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+1;</m:t>
                      </m:r>
                    </m:oMath>
                  </m:oMathPara>
                </a14:m>
                <a:endParaRPr lang="en-SG" altLang="zh-CN" sz="1013" b="0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SG" altLang="zh-CN" sz="1013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013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 181">
                <a:extLst>
                  <a:ext uri="{FF2B5EF4-FFF2-40B4-BE49-F238E27FC236}">
                    <a16:creationId xmlns:a16="http://schemas.microsoft.com/office/drawing/2014/main" id="{A582C0F1-5540-117A-23E6-E84BCDB27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118" y="4820993"/>
                <a:ext cx="861077" cy="60637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连接符: 肘形 153">
            <a:extLst>
              <a:ext uri="{FF2B5EF4-FFF2-40B4-BE49-F238E27FC236}">
                <a16:creationId xmlns:a16="http://schemas.microsoft.com/office/drawing/2014/main" id="{6F747F8B-07F3-EE60-3F91-C33F4CF3DA0B}"/>
              </a:ext>
            </a:extLst>
          </p:cNvPr>
          <p:cNvCxnSpPr>
            <a:cxnSpLocks/>
            <a:stCxn id="29" idx="1"/>
            <a:endCxn id="49" idx="3"/>
          </p:cNvCxnSpPr>
          <p:nvPr/>
        </p:nvCxnSpPr>
        <p:spPr>
          <a:xfrm rot="10800000">
            <a:off x="3553195" y="5124182"/>
            <a:ext cx="424518" cy="236127"/>
          </a:xfrm>
          <a:prstGeom prst="bentConnector3">
            <a:avLst>
              <a:gd name="adj1" fmla="val 5336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45">
            <a:extLst>
              <a:ext uri="{FF2B5EF4-FFF2-40B4-BE49-F238E27FC236}">
                <a16:creationId xmlns:a16="http://schemas.microsoft.com/office/drawing/2014/main" id="{470ACA3E-A40F-29A0-7559-91C404086FBF}"/>
              </a:ext>
            </a:extLst>
          </p:cNvPr>
          <p:cNvSpPr txBox="1"/>
          <p:nvPr/>
        </p:nvSpPr>
        <p:spPr>
          <a:xfrm>
            <a:off x="3724507" y="5125302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连接符: 肘形 153">
            <a:extLst>
              <a:ext uri="{FF2B5EF4-FFF2-40B4-BE49-F238E27FC236}">
                <a16:creationId xmlns:a16="http://schemas.microsoft.com/office/drawing/2014/main" id="{874247F3-5B82-AF7D-6862-1E7DC8B0B70D}"/>
              </a:ext>
            </a:extLst>
          </p:cNvPr>
          <p:cNvCxnSpPr>
            <a:cxnSpLocks/>
            <a:stCxn id="49" idx="1"/>
            <a:endCxn id="75" idx="1"/>
          </p:cNvCxnSpPr>
          <p:nvPr/>
        </p:nvCxnSpPr>
        <p:spPr>
          <a:xfrm rot="10800000" flipH="1">
            <a:off x="2692118" y="2380297"/>
            <a:ext cx="2389940" cy="2743884"/>
          </a:xfrm>
          <a:prstGeom prst="bentConnector3">
            <a:avLst>
              <a:gd name="adj1" fmla="val -9565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192">
            <a:extLst>
              <a:ext uri="{FF2B5EF4-FFF2-40B4-BE49-F238E27FC236}">
                <a16:creationId xmlns:a16="http://schemas.microsoft.com/office/drawing/2014/main" id="{DE52161C-5F7E-6100-9B82-9F6A891B62BA}"/>
              </a:ext>
            </a:extLst>
          </p:cNvPr>
          <p:cNvSpPr txBox="1"/>
          <p:nvPr/>
        </p:nvSpPr>
        <p:spPr>
          <a:xfrm>
            <a:off x="2205428" y="5071101"/>
            <a:ext cx="62137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6">
            <a:extLst>
              <a:ext uri="{FF2B5EF4-FFF2-40B4-BE49-F238E27FC236}">
                <a16:creationId xmlns:a16="http://schemas.microsoft.com/office/drawing/2014/main" id="{6CF3ECDC-31A1-1190-47FC-8023F798D7A3}"/>
              </a:ext>
            </a:extLst>
          </p:cNvPr>
          <p:cNvSpPr/>
          <p:nvPr/>
        </p:nvSpPr>
        <p:spPr>
          <a:xfrm>
            <a:off x="8714629" y="2780655"/>
            <a:ext cx="865287" cy="3906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Daily rolling</a:t>
            </a:r>
            <a:endParaRPr lang="zh-CN" alt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6">
            <a:extLst>
              <a:ext uri="{FF2B5EF4-FFF2-40B4-BE49-F238E27FC236}">
                <a16:creationId xmlns:a16="http://schemas.microsoft.com/office/drawing/2014/main" id="{3D3918FE-56D2-5E4C-35F1-5E8F4D0E3689}"/>
              </a:ext>
            </a:extLst>
          </p:cNvPr>
          <p:cNvSpPr/>
          <p:nvPr/>
        </p:nvSpPr>
        <p:spPr>
          <a:xfrm>
            <a:off x="8606671" y="5660890"/>
            <a:ext cx="1058042" cy="3906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Hourly rolling</a:t>
            </a:r>
            <a:endParaRPr lang="zh-CN" alt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连接符: 肘形 153">
            <a:extLst>
              <a:ext uri="{FF2B5EF4-FFF2-40B4-BE49-F238E27FC236}">
                <a16:creationId xmlns:a16="http://schemas.microsoft.com/office/drawing/2014/main" id="{FDB36DBB-B81C-BCE1-8C2B-51E97FFBB958}"/>
              </a:ext>
            </a:extLst>
          </p:cNvPr>
          <p:cNvCxnSpPr>
            <a:cxnSpLocks/>
            <a:stCxn id="49" idx="1"/>
            <a:endCxn id="2" idx="1"/>
          </p:cNvCxnSpPr>
          <p:nvPr/>
        </p:nvCxnSpPr>
        <p:spPr>
          <a:xfrm rot="10800000" flipH="1">
            <a:off x="2692117" y="4178859"/>
            <a:ext cx="12239" cy="945322"/>
          </a:xfrm>
          <a:prstGeom prst="bentConnector3">
            <a:avLst>
              <a:gd name="adj1" fmla="val -18678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矩形 3">
                <a:extLst>
                  <a:ext uri="{FF2B5EF4-FFF2-40B4-BE49-F238E27FC236}">
                    <a16:creationId xmlns:a16="http://schemas.microsoft.com/office/drawing/2014/main" id="{9F070DA6-65F0-7985-8E79-050D75248486}"/>
                  </a:ext>
                </a:extLst>
              </p:cNvPr>
              <p:cNvSpPr/>
              <p:nvPr/>
            </p:nvSpPr>
            <p:spPr>
              <a:xfrm>
                <a:off x="2829702" y="3333548"/>
                <a:ext cx="575569" cy="25228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𝑏𝑎𝑡𝑡</m:t>
                          </m:r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SG" altLang="zh-CN" sz="1013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𝑝𝑙𝑎𝑛</m:t>
                          </m:r>
                        </m:sup>
                      </m:sSubSup>
                    </m:oMath>
                  </m:oMathPara>
                </a14:m>
                <a:endParaRPr lang="zh-CN" altLang="en-US" sz="1013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7" name="矩形 3">
                <a:extLst>
                  <a:ext uri="{FF2B5EF4-FFF2-40B4-BE49-F238E27FC236}">
                    <a16:creationId xmlns:a16="http://schemas.microsoft.com/office/drawing/2014/main" id="{9F070DA6-65F0-7985-8E79-050D752484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702" y="3333548"/>
                <a:ext cx="575569" cy="25228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CE2A5713-48D5-1037-FF00-18EB52EF1839}"/>
              </a:ext>
            </a:extLst>
          </p:cNvPr>
          <p:cNvSpPr txBox="1"/>
          <p:nvPr/>
        </p:nvSpPr>
        <p:spPr>
          <a:xfrm>
            <a:off x="7732709" y="4117559"/>
            <a:ext cx="35327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文本框 192">
            <a:extLst>
              <a:ext uri="{FF2B5EF4-FFF2-40B4-BE49-F238E27FC236}">
                <a16:creationId xmlns:a16="http://schemas.microsoft.com/office/drawing/2014/main" id="{277911CA-0CF3-7F1C-9D13-F6090D1D3545}"/>
              </a:ext>
            </a:extLst>
          </p:cNvPr>
          <p:cNvSpPr txBox="1"/>
          <p:nvPr/>
        </p:nvSpPr>
        <p:spPr>
          <a:xfrm>
            <a:off x="3440701" y="3215598"/>
            <a:ext cx="62137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直接箭头连接符 41">
            <a:extLst>
              <a:ext uri="{FF2B5EF4-FFF2-40B4-BE49-F238E27FC236}">
                <a16:creationId xmlns:a16="http://schemas.microsoft.com/office/drawing/2014/main" id="{A46FD7DC-9869-3A54-C7B7-A4E8BB0F76EE}"/>
              </a:ext>
            </a:extLst>
          </p:cNvPr>
          <p:cNvCxnSpPr>
            <a:cxnSpLocks/>
            <a:stCxn id="157" idx="2"/>
            <a:endCxn id="2" idx="0"/>
          </p:cNvCxnSpPr>
          <p:nvPr/>
        </p:nvCxnSpPr>
        <p:spPr>
          <a:xfrm>
            <a:off x="3117487" y="3585837"/>
            <a:ext cx="2771" cy="39682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直接箭头连接符 41">
            <a:extLst>
              <a:ext uri="{FF2B5EF4-FFF2-40B4-BE49-F238E27FC236}">
                <a16:creationId xmlns:a16="http://schemas.microsoft.com/office/drawing/2014/main" id="{293B0772-C9D4-641D-3D4F-016359D8F70E}"/>
              </a:ext>
            </a:extLst>
          </p:cNvPr>
          <p:cNvCxnSpPr>
            <a:cxnSpLocks/>
            <a:stCxn id="2" idx="3"/>
            <a:endCxn id="41" idx="1"/>
          </p:cNvCxnSpPr>
          <p:nvPr/>
        </p:nvCxnSpPr>
        <p:spPr>
          <a:xfrm flipV="1">
            <a:off x="3536158" y="4176923"/>
            <a:ext cx="458275" cy="1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7" name="文本框 142">
            <a:extLst>
              <a:ext uri="{FF2B5EF4-FFF2-40B4-BE49-F238E27FC236}">
                <a16:creationId xmlns:a16="http://schemas.microsoft.com/office/drawing/2014/main" id="{28662058-1106-AA46-0E6B-ECDC22764F35}"/>
              </a:ext>
            </a:extLst>
          </p:cNvPr>
          <p:cNvSpPr txBox="1"/>
          <p:nvPr/>
        </p:nvSpPr>
        <p:spPr>
          <a:xfrm>
            <a:off x="7200734" y="4451856"/>
            <a:ext cx="37074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zh-CN" altLang="en-US" sz="10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92">
            <a:extLst>
              <a:ext uri="{FF2B5EF4-FFF2-40B4-BE49-F238E27FC236}">
                <a16:creationId xmlns:a16="http://schemas.microsoft.com/office/drawing/2014/main" id="{24C52814-A752-3B68-1536-5048DE41E58B}"/>
              </a:ext>
            </a:extLst>
          </p:cNvPr>
          <p:cNvSpPr txBox="1"/>
          <p:nvPr/>
        </p:nvSpPr>
        <p:spPr>
          <a:xfrm>
            <a:off x="2778062" y="3727748"/>
            <a:ext cx="48155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41">
            <a:extLst>
              <a:ext uri="{FF2B5EF4-FFF2-40B4-BE49-F238E27FC236}">
                <a16:creationId xmlns:a16="http://schemas.microsoft.com/office/drawing/2014/main" id="{4A2A882A-157C-D3E7-91DB-8E4F259EF6C7}"/>
              </a:ext>
            </a:extLst>
          </p:cNvPr>
          <p:cNvCxnSpPr>
            <a:cxnSpLocks/>
            <a:stCxn id="180" idx="0"/>
            <a:endCxn id="2" idx="2"/>
          </p:cNvCxnSpPr>
          <p:nvPr/>
        </p:nvCxnSpPr>
        <p:spPr>
          <a:xfrm flipV="1">
            <a:off x="3118474" y="4375060"/>
            <a:ext cx="1784" cy="136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EBF3F4F-4A5D-D885-A4A4-3685299E02B7}"/>
              </a:ext>
            </a:extLst>
          </p:cNvPr>
          <p:cNvCxnSpPr>
            <a:cxnSpLocks/>
            <a:stCxn id="4" idx="1"/>
            <a:endCxn id="157" idx="3"/>
          </p:cNvCxnSpPr>
          <p:nvPr/>
        </p:nvCxnSpPr>
        <p:spPr>
          <a:xfrm rot="10800000">
            <a:off x="3405272" y="3459694"/>
            <a:ext cx="609631" cy="567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F6D0F003-ECE1-E019-D62B-ED7813CE6F06}"/>
              </a:ext>
            </a:extLst>
          </p:cNvPr>
          <p:cNvCxnSpPr>
            <a:cxnSpLocks/>
            <a:stCxn id="29" idx="1"/>
            <a:endCxn id="211" idx="2"/>
          </p:cNvCxnSpPr>
          <p:nvPr/>
        </p:nvCxnSpPr>
        <p:spPr>
          <a:xfrm rot="10800000">
            <a:off x="3751387" y="3463808"/>
            <a:ext cx="226326" cy="1896501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135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宽屏</PresentationFormat>
  <Paragraphs>56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Aptos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 Kaifeng</dc:creator>
  <cp:lastModifiedBy>Zhu Kaifeng</cp:lastModifiedBy>
  <cp:revision>1</cp:revision>
  <dcterms:created xsi:type="dcterms:W3CDTF">2026-04-15T06:07:58Z</dcterms:created>
  <dcterms:modified xsi:type="dcterms:W3CDTF">2026-04-23T12:06:29Z</dcterms:modified>
</cp:coreProperties>
</file>