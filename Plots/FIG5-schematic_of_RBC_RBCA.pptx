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4718E-F9C5-45F8-90F3-87BC417BA263}" v="272" dt="2026-04-16T07:19:20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076" y="-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u Kaifeng" userId="ee11a7a6-9736-40fe-9dfc-4ce0ea41b4f4" providerId="ADAL" clId="{4905EC26-B052-40B1-8318-9D2066BD5A0D}"/>
    <pc:docChg chg="undo custSel addSld modSld">
      <pc:chgData name="Zhu Kaifeng" userId="ee11a7a6-9736-40fe-9dfc-4ce0ea41b4f4" providerId="ADAL" clId="{4905EC26-B052-40B1-8318-9D2066BD5A0D}" dt="2026-04-16T07:19:19.626" v="1462" actId="1076"/>
      <pc:docMkLst>
        <pc:docMk/>
      </pc:docMkLst>
      <pc:sldChg chg="addSp delSp modSp new mod">
        <pc:chgData name="Zhu Kaifeng" userId="ee11a7a6-9736-40fe-9dfc-4ce0ea41b4f4" providerId="ADAL" clId="{4905EC26-B052-40B1-8318-9D2066BD5A0D}" dt="2026-04-16T07:19:19.626" v="1462" actId="1076"/>
        <pc:sldMkLst>
          <pc:docMk/>
          <pc:sldMk cId="3332135371" sldId="256"/>
        </pc:sldMkLst>
        <pc:spChg chg="del">
          <ac:chgData name="Zhu Kaifeng" userId="ee11a7a6-9736-40fe-9dfc-4ce0ea41b4f4" providerId="ADAL" clId="{4905EC26-B052-40B1-8318-9D2066BD5A0D}" dt="2026-04-15T06:08:03.773" v="1" actId="478"/>
          <ac:spMkLst>
            <pc:docMk/>
            <pc:sldMk cId="3332135371" sldId="256"/>
            <ac:spMk id="2" creationId="{C3742294-612E-637A-8CE9-2216C2F3E0DF}"/>
          </ac:spMkLst>
        </pc:spChg>
        <pc:spChg chg="add del mod">
          <ac:chgData name="Zhu Kaifeng" userId="ee11a7a6-9736-40fe-9dfc-4ce0ea41b4f4" providerId="ADAL" clId="{4905EC26-B052-40B1-8318-9D2066BD5A0D}" dt="2026-04-16T07:19:19.626" v="1462" actId="1076"/>
          <ac:spMkLst>
            <pc:docMk/>
            <pc:sldMk cId="3332135371" sldId="256"/>
            <ac:spMk id="2" creationId="{DA1B0C48-31A0-8B1A-4BEF-0E550AC9BCB6}"/>
          </ac:spMkLst>
        </pc:spChg>
        <pc:spChg chg="add mod">
          <ac:chgData name="Zhu Kaifeng" userId="ee11a7a6-9736-40fe-9dfc-4ce0ea41b4f4" providerId="ADAL" clId="{4905EC26-B052-40B1-8318-9D2066BD5A0D}" dt="2026-04-16T07:19:16.839" v="1460" actId="1076"/>
          <ac:spMkLst>
            <pc:docMk/>
            <pc:sldMk cId="3332135371" sldId="256"/>
            <ac:spMk id="3" creationId="{804F9B28-1FA7-C0E2-D227-5A1024F3C146}"/>
          </ac:spMkLst>
        </pc:spChg>
        <pc:spChg chg="del">
          <ac:chgData name="Zhu Kaifeng" userId="ee11a7a6-9736-40fe-9dfc-4ce0ea41b4f4" providerId="ADAL" clId="{4905EC26-B052-40B1-8318-9D2066BD5A0D}" dt="2026-04-15T06:08:03.773" v="1" actId="478"/>
          <ac:spMkLst>
            <pc:docMk/>
            <pc:sldMk cId="3332135371" sldId="256"/>
            <ac:spMk id="3" creationId="{C998DEB6-DB3B-3342-725A-CA8245F3EA80}"/>
          </ac:spMkLst>
        </pc:spChg>
        <pc:spChg chg="mod">
          <ac:chgData name="Zhu Kaifeng" userId="ee11a7a6-9736-40fe-9dfc-4ce0ea41b4f4" providerId="ADAL" clId="{4905EC26-B052-40B1-8318-9D2066BD5A0D}" dt="2026-04-15T08:19:51.408" v="1337" actId="1038"/>
          <ac:spMkLst>
            <pc:docMk/>
            <pc:sldMk cId="3332135371" sldId="256"/>
            <ac:spMk id="4" creationId="{F8DF8A6A-4132-D126-37B8-3A864B5FB837}"/>
          </ac:spMkLst>
        </pc:spChg>
        <pc:spChg chg="del">
          <ac:chgData name="Zhu Kaifeng" userId="ee11a7a6-9736-40fe-9dfc-4ce0ea41b4f4" providerId="ADAL" clId="{4905EC26-B052-40B1-8318-9D2066BD5A0D}" dt="2026-04-15T06:08:26.671" v="7" actId="478"/>
          <ac:spMkLst>
            <pc:docMk/>
            <pc:sldMk cId="3332135371" sldId="256"/>
            <ac:spMk id="5" creationId="{98F5A00E-4A7E-4698-D6ED-A2B4D9E9707A}"/>
          </ac:spMkLst>
        </pc:spChg>
        <pc:spChg chg="del">
          <ac:chgData name="Zhu Kaifeng" userId="ee11a7a6-9736-40fe-9dfc-4ce0ea41b4f4" providerId="ADAL" clId="{4905EC26-B052-40B1-8318-9D2066BD5A0D}" dt="2026-04-15T08:02:28.920" v="829" actId="478"/>
          <ac:spMkLst>
            <pc:docMk/>
            <pc:sldMk cId="3332135371" sldId="256"/>
            <ac:spMk id="6" creationId="{2D291898-A9DB-0C2B-DD67-B1733E074005}"/>
          </ac:spMkLst>
        </pc:spChg>
        <pc:spChg chg="add del mod">
          <ac:chgData name="Zhu Kaifeng" userId="ee11a7a6-9736-40fe-9dfc-4ce0ea41b4f4" providerId="ADAL" clId="{4905EC26-B052-40B1-8318-9D2066BD5A0D}" dt="2026-04-15T08:02:38.983" v="834" actId="478"/>
          <ac:spMkLst>
            <pc:docMk/>
            <pc:sldMk cId="3332135371" sldId="256"/>
            <ac:spMk id="10" creationId="{B68ED864-55CE-4108-11A6-55C580A4AF49}"/>
          </ac:spMkLst>
        </pc:spChg>
        <pc:spChg chg="add del mod">
          <ac:chgData name="Zhu Kaifeng" userId="ee11a7a6-9736-40fe-9dfc-4ce0ea41b4f4" providerId="ADAL" clId="{4905EC26-B052-40B1-8318-9D2066BD5A0D}" dt="2026-04-15T08:02:38.355" v="833" actId="478"/>
          <ac:spMkLst>
            <pc:docMk/>
            <pc:sldMk cId="3332135371" sldId="256"/>
            <ac:spMk id="11" creationId="{B2DB460C-4691-36B2-7B9F-CE6156D091C6}"/>
          </ac:spMkLst>
        </pc:spChg>
        <pc:spChg chg="del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12" creationId="{3F216463-0BEC-AA8E-C6BC-68021CF633F4}"/>
          </ac:spMkLst>
        </pc:spChg>
        <pc:spChg chg="del mod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13" creationId="{C6B6A709-2F64-5F8F-DFD5-C44E7B18EEE7}"/>
          </ac:spMkLst>
        </pc:spChg>
        <pc:spChg chg="del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14" creationId="{D910D752-4BC1-CB4F-530E-CC9C07F8816A}"/>
          </ac:spMkLst>
        </pc:spChg>
        <pc:spChg chg="add del mod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17" creationId="{24568398-8AC9-0700-FA14-B69EDD94E825}"/>
          </ac:spMkLst>
        </pc:spChg>
        <pc:spChg chg="del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18" creationId="{58AB71BA-255E-5638-3757-BC6032A1B888}"/>
          </ac:spMkLst>
        </pc:spChg>
        <pc:spChg chg="add del mod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19" creationId="{87E6399A-363C-DA32-0200-47431CD4C01D}"/>
          </ac:spMkLst>
        </pc:spChg>
        <pc:spChg chg="del">
          <ac:chgData name="Zhu Kaifeng" userId="ee11a7a6-9736-40fe-9dfc-4ce0ea41b4f4" providerId="ADAL" clId="{4905EC26-B052-40B1-8318-9D2066BD5A0D}" dt="2026-04-15T07:46:56.778" v="703" actId="478"/>
          <ac:spMkLst>
            <pc:docMk/>
            <pc:sldMk cId="3332135371" sldId="256"/>
            <ac:spMk id="20" creationId="{551D0DE8-C7AC-8CF5-45E6-37C345D4A653}"/>
          </ac:spMkLst>
        </pc:spChg>
        <pc:spChg chg="add del mod">
          <ac:chgData name="Zhu Kaifeng" userId="ee11a7a6-9736-40fe-9dfc-4ce0ea41b4f4" providerId="ADAL" clId="{4905EC26-B052-40B1-8318-9D2066BD5A0D}" dt="2026-04-15T08:02:26.059" v="828" actId="478"/>
          <ac:spMkLst>
            <pc:docMk/>
            <pc:sldMk cId="3332135371" sldId="256"/>
            <ac:spMk id="21" creationId="{B1538CA9-BD48-6ED1-C44E-276C3E73D405}"/>
          </ac:spMkLst>
        </pc:spChg>
        <pc:spChg chg="add del mod">
          <ac:chgData name="Zhu Kaifeng" userId="ee11a7a6-9736-40fe-9dfc-4ce0ea41b4f4" providerId="ADAL" clId="{4905EC26-B052-40B1-8318-9D2066BD5A0D}" dt="2026-04-15T08:02:32.339" v="830" actId="478"/>
          <ac:spMkLst>
            <pc:docMk/>
            <pc:sldMk cId="3332135371" sldId="256"/>
            <ac:spMk id="24" creationId="{612BDF60-6FAC-64CF-71AA-FC00C8BF061D}"/>
          </ac:spMkLst>
        </pc:spChg>
        <pc:spChg chg="del">
          <ac:chgData name="Zhu Kaifeng" userId="ee11a7a6-9736-40fe-9dfc-4ce0ea41b4f4" providerId="ADAL" clId="{4905EC26-B052-40B1-8318-9D2066BD5A0D}" dt="2026-04-15T07:46:53.536" v="702" actId="478"/>
          <ac:spMkLst>
            <pc:docMk/>
            <pc:sldMk cId="3332135371" sldId="256"/>
            <ac:spMk id="25" creationId="{B75D52F2-1AEF-5391-C7B4-85D8CF738A40}"/>
          </ac:spMkLst>
        </pc:spChg>
        <pc:spChg chg="add del mod">
          <ac:chgData name="Zhu Kaifeng" userId="ee11a7a6-9736-40fe-9dfc-4ce0ea41b4f4" providerId="ADAL" clId="{4905EC26-B052-40B1-8318-9D2066BD5A0D}" dt="2026-04-15T07:46:53.536" v="702" actId="478"/>
          <ac:spMkLst>
            <pc:docMk/>
            <pc:sldMk cId="3332135371" sldId="256"/>
            <ac:spMk id="27" creationId="{36181DF2-6073-A6D3-52D7-12D680E1E9A1}"/>
          </ac:spMkLst>
        </pc:spChg>
        <pc:spChg chg="add del mod">
          <ac:chgData name="Zhu Kaifeng" userId="ee11a7a6-9736-40fe-9dfc-4ce0ea41b4f4" providerId="ADAL" clId="{4905EC26-B052-40B1-8318-9D2066BD5A0D}" dt="2026-04-15T07:46:53.536" v="702" actId="478"/>
          <ac:spMkLst>
            <pc:docMk/>
            <pc:sldMk cId="3332135371" sldId="256"/>
            <ac:spMk id="28" creationId="{9671F8A4-23D1-B969-0BF2-CC0F0F8AE8B8}"/>
          </ac:spMkLst>
        </pc:spChg>
        <pc:spChg chg="add del mod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30" creationId="{770B4960-77FC-48EA-CD71-CDA2E709E740}"/>
          </ac:spMkLst>
        </pc:spChg>
        <pc:spChg chg="add del mod">
          <ac:chgData name="Zhu Kaifeng" userId="ee11a7a6-9736-40fe-9dfc-4ce0ea41b4f4" providerId="ADAL" clId="{4905EC26-B052-40B1-8318-9D2066BD5A0D}" dt="2026-04-15T07:46:49.740" v="701" actId="478"/>
          <ac:spMkLst>
            <pc:docMk/>
            <pc:sldMk cId="3332135371" sldId="256"/>
            <ac:spMk id="32" creationId="{6E7BECC2-13D2-BC91-B6B2-945A3D1A90A1}"/>
          </ac:spMkLst>
        </pc:spChg>
        <pc:spChg chg="add mod">
          <ac:chgData name="Zhu Kaifeng" userId="ee11a7a6-9736-40fe-9dfc-4ce0ea41b4f4" providerId="ADAL" clId="{4905EC26-B052-40B1-8318-9D2066BD5A0D}" dt="2026-04-15T08:15:39.412" v="1168" actId="1038"/>
          <ac:spMkLst>
            <pc:docMk/>
            <pc:sldMk cId="3332135371" sldId="256"/>
            <ac:spMk id="37" creationId="{D222320F-0688-0D3A-4276-0A3D5F5ACD03}"/>
          </ac:spMkLst>
        </pc:spChg>
        <pc:spChg chg="add del mod">
          <ac:chgData name="Zhu Kaifeng" userId="ee11a7a6-9736-40fe-9dfc-4ce0ea41b4f4" providerId="ADAL" clId="{4905EC26-B052-40B1-8318-9D2066BD5A0D}" dt="2026-04-15T06:53:54.250" v="53" actId="478"/>
          <ac:spMkLst>
            <pc:docMk/>
            <pc:sldMk cId="3332135371" sldId="256"/>
            <ac:spMk id="38" creationId="{9A8D58DD-2B37-9451-EB85-053F46AD06BE}"/>
          </ac:spMkLst>
        </pc:spChg>
        <pc:spChg chg="add del mod">
          <ac:chgData name="Zhu Kaifeng" userId="ee11a7a6-9736-40fe-9dfc-4ce0ea41b4f4" providerId="ADAL" clId="{4905EC26-B052-40B1-8318-9D2066BD5A0D}" dt="2026-04-15T07:46:53.536" v="702" actId="478"/>
          <ac:spMkLst>
            <pc:docMk/>
            <pc:sldMk cId="3332135371" sldId="256"/>
            <ac:spMk id="39" creationId="{422E47D0-F741-D6EB-CAEF-9DC3AA1227C7}"/>
          </ac:spMkLst>
        </pc:spChg>
        <pc:spChg chg="add mod">
          <ac:chgData name="Zhu Kaifeng" userId="ee11a7a6-9736-40fe-9dfc-4ce0ea41b4f4" providerId="ADAL" clId="{4905EC26-B052-40B1-8318-9D2066BD5A0D}" dt="2026-04-16T07:19:08.003" v="1455" actId="1037"/>
          <ac:spMkLst>
            <pc:docMk/>
            <pc:sldMk cId="3332135371" sldId="256"/>
            <ac:spMk id="40" creationId="{C19D91B7-8471-DE48-7CCD-5E9AAEA9D35B}"/>
          </ac:spMkLst>
        </pc:spChg>
        <pc:spChg chg="add mod">
          <ac:chgData name="Zhu Kaifeng" userId="ee11a7a6-9736-40fe-9dfc-4ce0ea41b4f4" providerId="ADAL" clId="{4905EC26-B052-40B1-8318-9D2066BD5A0D}" dt="2026-04-15T08:13:30.898" v="1045" actId="1076"/>
          <ac:spMkLst>
            <pc:docMk/>
            <pc:sldMk cId="3332135371" sldId="256"/>
            <ac:spMk id="41" creationId="{8D557CA7-F3BE-9C70-C896-EE245F69E372}"/>
          </ac:spMkLst>
        </pc:spChg>
        <pc:spChg chg="add mod">
          <ac:chgData name="Zhu Kaifeng" userId="ee11a7a6-9736-40fe-9dfc-4ce0ea41b4f4" providerId="ADAL" clId="{4905EC26-B052-40B1-8318-9D2066BD5A0D}" dt="2026-04-15T08:11:15.080" v="999" actId="13822"/>
          <ac:spMkLst>
            <pc:docMk/>
            <pc:sldMk cId="3332135371" sldId="256"/>
            <ac:spMk id="44" creationId="{3FD01D32-892B-F306-9BA7-38510F86CAD3}"/>
          </ac:spMkLst>
        </pc:spChg>
        <pc:spChg chg="add mod">
          <ac:chgData name="Zhu Kaifeng" userId="ee11a7a6-9736-40fe-9dfc-4ce0ea41b4f4" providerId="ADAL" clId="{4905EC26-B052-40B1-8318-9D2066BD5A0D}" dt="2026-04-15T08:15:07.048" v="1098" actId="1076"/>
          <ac:spMkLst>
            <pc:docMk/>
            <pc:sldMk cId="3332135371" sldId="256"/>
            <ac:spMk id="45" creationId="{A875B8A6-507B-0D46-803C-74783407273B}"/>
          </ac:spMkLst>
        </pc:spChg>
        <pc:spChg chg="add mod">
          <ac:chgData name="Zhu Kaifeng" userId="ee11a7a6-9736-40fe-9dfc-4ce0ea41b4f4" providerId="ADAL" clId="{4905EC26-B052-40B1-8318-9D2066BD5A0D}" dt="2026-04-15T08:13:33.728" v="1046" actId="1076"/>
          <ac:spMkLst>
            <pc:docMk/>
            <pc:sldMk cId="3332135371" sldId="256"/>
            <ac:spMk id="46" creationId="{5C133E9F-8B5B-E2BC-3CC2-30FEE94EE411}"/>
          </ac:spMkLst>
        </pc:spChg>
        <pc:spChg chg="add del mod">
          <ac:chgData name="Zhu Kaifeng" userId="ee11a7a6-9736-40fe-9dfc-4ce0ea41b4f4" providerId="ADAL" clId="{4905EC26-B052-40B1-8318-9D2066BD5A0D}" dt="2026-04-15T07:46:53.536" v="702" actId="478"/>
          <ac:spMkLst>
            <pc:docMk/>
            <pc:sldMk cId="3332135371" sldId="256"/>
            <ac:spMk id="49" creationId="{07788C4C-9371-3013-F38E-53018FA72921}"/>
          </ac:spMkLst>
        </pc:spChg>
        <pc:spChg chg="add del mod">
          <ac:chgData name="Zhu Kaifeng" userId="ee11a7a6-9736-40fe-9dfc-4ce0ea41b4f4" providerId="ADAL" clId="{4905EC26-B052-40B1-8318-9D2066BD5A0D}" dt="2026-04-15T07:58:02.349" v="768" actId="478"/>
          <ac:spMkLst>
            <pc:docMk/>
            <pc:sldMk cId="3332135371" sldId="256"/>
            <ac:spMk id="51" creationId="{990DBF35-3161-5B83-C382-47BE8CE6CC5C}"/>
          </ac:spMkLst>
        </pc:spChg>
        <pc:spChg chg="add mod">
          <ac:chgData name="Zhu Kaifeng" userId="ee11a7a6-9736-40fe-9dfc-4ce0ea41b4f4" providerId="ADAL" clId="{4905EC26-B052-40B1-8318-9D2066BD5A0D}" dt="2026-04-15T08:10:10.407" v="945" actId="13822"/>
          <ac:spMkLst>
            <pc:docMk/>
            <pc:sldMk cId="3332135371" sldId="256"/>
            <ac:spMk id="52" creationId="{FF4D4890-811D-D2F3-3D71-C3A3E3A35F21}"/>
          </ac:spMkLst>
        </pc:spChg>
        <pc:spChg chg="add mod">
          <ac:chgData name="Zhu Kaifeng" userId="ee11a7a6-9736-40fe-9dfc-4ce0ea41b4f4" providerId="ADAL" clId="{4905EC26-B052-40B1-8318-9D2066BD5A0D}" dt="2026-04-15T08:03:19.517" v="912" actId="1036"/>
          <ac:spMkLst>
            <pc:docMk/>
            <pc:sldMk cId="3332135371" sldId="256"/>
            <ac:spMk id="54" creationId="{CE2A5713-48D5-1037-FF00-18EB52EF1839}"/>
          </ac:spMkLst>
        </pc:spChg>
        <pc:spChg chg="add mod">
          <ac:chgData name="Zhu Kaifeng" userId="ee11a7a6-9736-40fe-9dfc-4ce0ea41b4f4" providerId="ADAL" clId="{4905EC26-B052-40B1-8318-9D2066BD5A0D}" dt="2026-04-15T08:03:19.517" v="912" actId="1036"/>
          <ac:spMkLst>
            <pc:docMk/>
            <pc:sldMk cId="3332135371" sldId="256"/>
            <ac:spMk id="55" creationId="{11046B55-9D54-4F4B-3FB0-7281D4EDA0A1}"/>
          </ac:spMkLst>
        </pc:spChg>
        <pc:spChg chg="add mod">
          <ac:chgData name="Zhu Kaifeng" userId="ee11a7a6-9736-40fe-9dfc-4ce0ea41b4f4" providerId="ADAL" clId="{4905EC26-B052-40B1-8318-9D2066BD5A0D}" dt="2026-04-15T08:13:03.897" v="1042" actId="1037"/>
          <ac:spMkLst>
            <pc:docMk/>
            <pc:sldMk cId="3332135371" sldId="256"/>
            <ac:spMk id="63" creationId="{DE0ADE79-3A44-60BA-4A8C-9A8FC65B5A1D}"/>
          </ac:spMkLst>
        </pc:spChg>
        <pc:spChg chg="add mod">
          <ac:chgData name="Zhu Kaifeng" userId="ee11a7a6-9736-40fe-9dfc-4ce0ea41b4f4" providerId="ADAL" clId="{4905EC26-B052-40B1-8318-9D2066BD5A0D}" dt="2026-04-15T08:13:03.897" v="1042" actId="1037"/>
          <ac:spMkLst>
            <pc:docMk/>
            <pc:sldMk cId="3332135371" sldId="256"/>
            <ac:spMk id="64" creationId="{0EC93BE9-ECD9-4163-A2CD-4AD923E68809}"/>
          </ac:spMkLst>
        </pc:spChg>
        <pc:spChg chg="add mod">
          <ac:chgData name="Zhu Kaifeng" userId="ee11a7a6-9736-40fe-9dfc-4ce0ea41b4f4" providerId="ADAL" clId="{4905EC26-B052-40B1-8318-9D2066BD5A0D}" dt="2026-04-15T07:28:45.528" v="466" actId="1076"/>
          <ac:spMkLst>
            <pc:docMk/>
            <pc:sldMk cId="3332135371" sldId="256"/>
            <ac:spMk id="82" creationId="{AD1A87CA-1185-A0B2-1231-D328B79DE47B}"/>
          </ac:spMkLst>
        </pc:spChg>
        <pc:spChg chg="add mod">
          <ac:chgData name="Zhu Kaifeng" userId="ee11a7a6-9736-40fe-9dfc-4ce0ea41b4f4" providerId="ADAL" clId="{4905EC26-B052-40B1-8318-9D2066BD5A0D}" dt="2026-04-15T07:39:46.077" v="583" actId="14100"/>
          <ac:spMkLst>
            <pc:docMk/>
            <pc:sldMk cId="3332135371" sldId="256"/>
            <ac:spMk id="95" creationId="{FF7CF96D-0933-32E8-D496-9361435D63F5}"/>
          </ac:spMkLst>
        </pc:spChg>
        <pc:spChg chg="add mod">
          <ac:chgData name="Zhu Kaifeng" userId="ee11a7a6-9736-40fe-9dfc-4ce0ea41b4f4" providerId="ADAL" clId="{4905EC26-B052-40B1-8318-9D2066BD5A0D}" dt="2026-04-15T07:42:00.901" v="632" actId="1076"/>
          <ac:spMkLst>
            <pc:docMk/>
            <pc:sldMk cId="3332135371" sldId="256"/>
            <ac:spMk id="101" creationId="{93C7863A-F389-6EB2-B610-6AB3EE8F579E}"/>
          </ac:spMkLst>
        </pc:spChg>
        <pc:spChg chg="add mod">
          <ac:chgData name="Zhu Kaifeng" userId="ee11a7a6-9736-40fe-9dfc-4ce0ea41b4f4" providerId="ADAL" clId="{4905EC26-B052-40B1-8318-9D2066BD5A0D}" dt="2026-04-15T07:40:02.742" v="586" actId="14100"/>
          <ac:spMkLst>
            <pc:docMk/>
            <pc:sldMk cId="3332135371" sldId="256"/>
            <ac:spMk id="102" creationId="{8DD474B3-0D8C-7E09-4515-0A86DD8CEB79}"/>
          </ac:spMkLst>
        </pc:spChg>
        <pc:spChg chg="add mod">
          <ac:chgData name="Zhu Kaifeng" userId="ee11a7a6-9736-40fe-9dfc-4ce0ea41b4f4" providerId="ADAL" clId="{4905EC26-B052-40B1-8318-9D2066BD5A0D}" dt="2026-04-15T07:23:07.403" v="377" actId="1076"/>
          <ac:spMkLst>
            <pc:docMk/>
            <pc:sldMk cId="3332135371" sldId="256"/>
            <ac:spMk id="103" creationId="{18A57628-99ED-541F-C14F-B8B4F2B3E610}"/>
          </ac:spMkLst>
        </pc:spChg>
        <pc:spChg chg="add mod">
          <ac:chgData name="Zhu Kaifeng" userId="ee11a7a6-9736-40fe-9dfc-4ce0ea41b4f4" providerId="ADAL" clId="{4905EC26-B052-40B1-8318-9D2066BD5A0D}" dt="2026-04-15T08:11:15.080" v="999" actId="13822"/>
          <ac:spMkLst>
            <pc:docMk/>
            <pc:sldMk cId="3332135371" sldId="256"/>
            <ac:spMk id="115" creationId="{E4D8DFA5-579E-9883-6234-A06F1D800A36}"/>
          </ac:spMkLst>
        </pc:spChg>
        <pc:spChg chg="add mod">
          <ac:chgData name="Zhu Kaifeng" userId="ee11a7a6-9736-40fe-9dfc-4ce0ea41b4f4" providerId="ADAL" clId="{4905EC26-B052-40B1-8318-9D2066BD5A0D}" dt="2026-04-15T08:13:03.897" v="1042" actId="1037"/>
          <ac:spMkLst>
            <pc:docMk/>
            <pc:sldMk cId="3332135371" sldId="256"/>
            <ac:spMk id="143" creationId="{2A56F455-FC0B-CD70-11A4-7A8413A889C5}"/>
          </ac:spMkLst>
        </pc:spChg>
        <pc:spChg chg="add del mod">
          <ac:chgData name="Zhu Kaifeng" userId="ee11a7a6-9736-40fe-9dfc-4ce0ea41b4f4" providerId="ADAL" clId="{4905EC26-B052-40B1-8318-9D2066BD5A0D}" dt="2026-04-15T08:02:20.527" v="827" actId="478"/>
          <ac:spMkLst>
            <pc:docMk/>
            <pc:sldMk cId="3332135371" sldId="256"/>
            <ac:spMk id="147" creationId="{DE1CAA8A-0F5A-EB28-B9F8-192C73EFE87B}"/>
          </ac:spMkLst>
        </pc:spChg>
        <pc:spChg chg="add mod">
          <ac:chgData name="Zhu Kaifeng" userId="ee11a7a6-9736-40fe-9dfc-4ce0ea41b4f4" providerId="ADAL" clId="{4905EC26-B052-40B1-8318-9D2066BD5A0D}" dt="2026-04-16T07:19:17.948" v="1461" actId="1038"/>
          <ac:spMkLst>
            <pc:docMk/>
            <pc:sldMk cId="3332135371" sldId="256"/>
            <ac:spMk id="150" creationId="{C079460B-7B59-83C8-88B7-18DEAABD2292}"/>
          </ac:spMkLst>
        </pc:spChg>
        <pc:spChg chg="add mod">
          <ac:chgData name="Zhu Kaifeng" userId="ee11a7a6-9736-40fe-9dfc-4ce0ea41b4f4" providerId="ADAL" clId="{4905EC26-B052-40B1-8318-9D2066BD5A0D}" dt="2026-04-15T07:41:19.287" v="604" actId="14100"/>
          <ac:spMkLst>
            <pc:docMk/>
            <pc:sldMk cId="3332135371" sldId="256"/>
            <ac:spMk id="171" creationId="{4D83954B-FE85-21BD-C965-A7DE8BD97D4B}"/>
          </ac:spMkLst>
        </pc:spChg>
        <pc:spChg chg="add mod">
          <ac:chgData name="Zhu Kaifeng" userId="ee11a7a6-9736-40fe-9dfc-4ce0ea41b4f4" providerId="ADAL" clId="{4905EC26-B052-40B1-8318-9D2066BD5A0D}" dt="2026-04-15T07:41:41.215" v="630" actId="20577"/>
          <ac:spMkLst>
            <pc:docMk/>
            <pc:sldMk cId="3332135371" sldId="256"/>
            <ac:spMk id="172" creationId="{3CB16EBA-A5B2-661C-4336-015F58108D12}"/>
          </ac:spMkLst>
        </pc:spChg>
        <pc:spChg chg="add mod">
          <ac:chgData name="Zhu Kaifeng" userId="ee11a7a6-9736-40fe-9dfc-4ce0ea41b4f4" providerId="ADAL" clId="{4905EC26-B052-40B1-8318-9D2066BD5A0D}" dt="2026-04-16T07:19:08.580" v="1457" actId="1076"/>
          <ac:spMkLst>
            <pc:docMk/>
            <pc:sldMk cId="3332135371" sldId="256"/>
            <ac:spMk id="181" creationId="{50CBBA6D-4200-FF4E-3873-35EAC7A57797}"/>
          </ac:spMkLst>
        </pc:spChg>
        <pc:spChg chg="add mod">
          <ac:chgData name="Zhu Kaifeng" userId="ee11a7a6-9736-40fe-9dfc-4ce0ea41b4f4" providerId="ADAL" clId="{4905EC26-B052-40B1-8318-9D2066BD5A0D}" dt="2026-04-15T08:17:23.903" v="1191" actId="1076"/>
          <ac:spMkLst>
            <pc:docMk/>
            <pc:sldMk cId="3332135371" sldId="256"/>
            <ac:spMk id="182" creationId="{0A0E4D6D-C5C5-0736-2BA6-14E618465182}"/>
          </ac:spMkLst>
        </pc:spChg>
        <pc:spChg chg="add mod">
          <ac:chgData name="Zhu Kaifeng" userId="ee11a7a6-9736-40fe-9dfc-4ce0ea41b4f4" providerId="ADAL" clId="{4905EC26-B052-40B1-8318-9D2066BD5A0D}" dt="2026-04-15T08:17:28.120" v="1192" actId="1076"/>
          <ac:spMkLst>
            <pc:docMk/>
            <pc:sldMk cId="3332135371" sldId="256"/>
            <ac:spMk id="186" creationId="{0FB48C5C-A612-CA72-CC38-27F4242CEE87}"/>
          </ac:spMkLst>
        </pc:spChg>
        <pc:spChg chg="add mod">
          <ac:chgData name="Zhu Kaifeng" userId="ee11a7a6-9736-40fe-9dfc-4ce0ea41b4f4" providerId="ADAL" clId="{4905EC26-B052-40B1-8318-9D2066BD5A0D}" dt="2026-04-15T08:14:45.172" v="1095" actId="1038"/>
          <ac:spMkLst>
            <pc:docMk/>
            <pc:sldMk cId="3332135371" sldId="256"/>
            <ac:spMk id="188" creationId="{C974DC0C-41E4-C38A-0DF7-A104F8DE8555}"/>
          </ac:spMkLst>
        </pc:spChg>
        <pc:spChg chg="add mod">
          <ac:chgData name="Zhu Kaifeng" userId="ee11a7a6-9736-40fe-9dfc-4ce0ea41b4f4" providerId="ADAL" clId="{4905EC26-B052-40B1-8318-9D2066BD5A0D}" dt="2026-04-15T08:14:40.658" v="1084" actId="1038"/>
          <ac:spMkLst>
            <pc:docMk/>
            <pc:sldMk cId="3332135371" sldId="256"/>
            <ac:spMk id="189" creationId="{B6272264-60F4-2EDA-E0A8-01077415000C}"/>
          </ac:spMkLst>
        </pc:spChg>
        <pc:spChg chg="add mod">
          <ac:chgData name="Zhu Kaifeng" userId="ee11a7a6-9736-40fe-9dfc-4ce0ea41b4f4" providerId="ADAL" clId="{4905EC26-B052-40B1-8318-9D2066BD5A0D}" dt="2026-04-15T08:15:27.423" v="1100" actId="1076"/>
          <ac:spMkLst>
            <pc:docMk/>
            <pc:sldMk cId="3332135371" sldId="256"/>
            <ac:spMk id="193" creationId="{CB86B5E3-4096-2DAD-2AD4-A05863692896}"/>
          </ac:spMkLst>
        </pc:spChg>
        <pc:spChg chg="add mod">
          <ac:chgData name="Zhu Kaifeng" userId="ee11a7a6-9736-40fe-9dfc-4ce0ea41b4f4" providerId="ADAL" clId="{4905EC26-B052-40B1-8318-9D2066BD5A0D}" dt="2026-04-15T08:15:46.778" v="1169" actId="1076"/>
          <ac:spMkLst>
            <pc:docMk/>
            <pc:sldMk cId="3332135371" sldId="256"/>
            <ac:spMk id="197" creationId="{EF970C54-17C5-70E4-056B-486250CA5AD2}"/>
          </ac:spMkLst>
        </pc:spChg>
        <pc:spChg chg="add mod">
          <ac:chgData name="Zhu Kaifeng" userId="ee11a7a6-9736-40fe-9dfc-4ce0ea41b4f4" providerId="ADAL" clId="{4905EC26-B052-40B1-8318-9D2066BD5A0D}" dt="2026-04-15T08:17:31.282" v="1193" actId="1076"/>
          <ac:spMkLst>
            <pc:docMk/>
            <pc:sldMk cId="3332135371" sldId="256"/>
            <ac:spMk id="201" creationId="{447506C2-6B26-2086-EE70-5451D06344C4}"/>
          </ac:spMkLst>
        </pc:spChg>
        <pc:spChg chg="add mod">
          <ac:chgData name="Zhu Kaifeng" userId="ee11a7a6-9736-40fe-9dfc-4ce0ea41b4f4" providerId="ADAL" clId="{4905EC26-B052-40B1-8318-9D2066BD5A0D}" dt="2026-04-15T08:20:34.504" v="1340" actId="208"/>
          <ac:spMkLst>
            <pc:docMk/>
            <pc:sldMk cId="3332135371" sldId="256"/>
            <ac:spMk id="208" creationId="{C27E3DD1-8B01-8DE1-3374-C5F252B374C8}"/>
          </ac:spMkLst>
        </pc:spChg>
        <pc:spChg chg="add mod">
          <ac:chgData name="Zhu Kaifeng" userId="ee11a7a6-9736-40fe-9dfc-4ce0ea41b4f4" providerId="ADAL" clId="{4905EC26-B052-40B1-8318-9D2066BD5A0D}" dt="2026-04-16T07:19:07.718" v="1454" actId="1076"/>
          <ac:spMkLst>
            <pc:docMk/>
            <pc:sldMk cId="3332135371" sldId="256"/>
            <ac:spMk id="209" creationId="{54B59699-26A1-2CD5-7EFD-DC6E22B24E83}"/>
          </ac:spMkLst>
        </pc:spChg>
        <pc:spChg chg="add mod">
          <ac:chgData name="Zhu Kaifeng" userId="ee11a7a6-9736-40fe-9dfc-4ce0ea41b4f4" providerId="ADAL" clId="{4905EC26-B052-40B1-8318-9D2066BD5A0D}" dt="2026-04-15T08:18:56.470" v="1268" actId="14100"/>
          <ac:spMkLst>
            <pc:docMk/>
            <pc:sldMk cId="3332135371" sldId="256"/>
            <ac:spMk id="214" creationId="{EDE6BD45-9B9B-FFC3-EBC5-75A4FB64F974}"/>
          </ac:spMkLst>
        </pc:spChg>
        <pc:spChg chg="add mod">
          <ac:chgData name="Zhu Kaifeng" userId="ee11a7a6-9736-40fe-9dfc-4ce0ea41b4f4" providerId="ADAL" clId="{4905EC26-B052-40B1-8318-9D2066BD5A0D}" dt="2026-04-15T08:18:50.267" v="1267" actId="20577"/>
          <ac:spMkLst>
            <pc:docMk/>
            <pc:sldMk cId="3332135371" sldId="256"/>
            <ac:spMk id="215" creationId="{72B70A2D-F57A-B5A2-320E-FDD92860EE4E}"/>
          </ac:spMkLst>
        </pc:spChg>
        <pc:spChg chg="add mod">
          <ac:chgData name="Zhu Kaifeng" userId="ee11a7a6-9736-40fe-9dfc-4ce0ea41b4f4" providerId="ADAL" clId="{4905EC26-B052-40B1-8318-9D2066BD5A0D}" dt="2026-04-15T08:18:36.445" v="1263" actId="1076"/>
          <ac:spMkLst>
            <pc:docMk/>
            <pc:sldMk cId="3332135371" sldId="256"/>
            <ac:spMk id="222" creationId="{3C64D5E4-45A0-5C9B-2BFC-B9EC3D7F099C}"/>
          </ac:spMkLst>
        </pc:spChg>
        <pc:spChg chg="add del mod">
          <ac:chgData name="Zhu Kaifeng" userId="ee11a7a6-9736-40fe-9dfc-4ce0ea41b4f4" providerId="ADAL" clId="{4905EC26-B052-40B1-8318-9D2066BD5A0D}" dt="2026-04-15T08:15:00.126" v="1096" actId="478"/>
          <ac:spMkLst>
            <pc:docMk/>
            <pc:sldMk cId="3332135371" sldId="256"/>
            <ac:spMk id="223" creationId="{08A62169-3DA0-4CAE-23D1-0626D58D47F6}"/>
          </ac:spMkLst>
        </pc:spChg>
        <pc:spChg chg="add mod">
          <ac:chgData name="Zhu Kaifeng" userId="ee11a7a6-9736-40fe-9dfc-4ce0ea41b4f4" providerId="ADAL" clId="{4905EC26-B052-40B1-8318-9D2066BD5A0D}" dt="2026-04-15T08:19:58.741" v="1339" actId="1076"/>
          <ac:spMkLst>
            <pc:docMk/>
            <pc:sldMk cId="3332135371" sldId="256"/>
            <ac:spMk id="224" creationId="{175BB795-4CB6-0C98-7EEA-CD49B6078052}"/>
          </ac:spMkLst>
        </pc:spChg>
        <pc:spChg chg="add mod">
          <ac:chgData name="Zhu Kaifeng" userId="ee11a7a6-9736-40fe-9dfc-4ce0ea41b4f4" providerId="ADAL" clId="{4905EC26-B052-40B1-8318-9D2066BD5A0D}" dt="2026-04-15T08:19:55.690" v="1338" actId="14100"/>
          <ac:spMkLst>
            <pc:docMk/>
            <pc:sldMk cId="3332135371" sldId="256"/>
            <ac:spMk id="228" creationId="{E94BEB60-0376-0F4C-6689-095B4D66E772}"/>
          </ac:spMkLst>
        </pc:spChg>
        <pc:picChg chg="add mod">
          <ac:chgData name="Zhu Kaifeng" userId="ee11a7a6-9736-40fe-9dfc-4ce0ea41b4f4" providerId="ADAL" clId="{4905EC26-B052-40B1-8318-9D2066BD5A0D}" dt="2026-04-16T07:19:16.839" v="1460" actId="1076"/>
          <ac:picMkLst>
            <pc:docMk/>
            <pc:sldMk cId="3332135371" sldId="256"/>
            <ac:picMk id="5" creationId="{B88C8029-2382-55EB-E7C5-33027267096B}"/>
          </ac:picMkLst>
        </pc:picChg>
        <pc:picChg chg="add mod">
          <ac:chgData name="Zhu Kaifeng" userId="ee11a7a6-9736-40fe-9dfc-4ce0ea41b4f4" providerId="ADAL" clId="{4905EC26-B052-40B1-8318-9D2066BD5A0D}" dt="2026-04-15T08:16:07.551" v="1172" actId="1076"/>
          <ac:picMkLst>
            <pc:docMk/>
            <pc:sldMk cId="3332135371" sldId="256"/>
            <ac:picMk id="233" creationId="{9606D317-969F-AA27-705F-BED339DBE7A5}"/>
          </ac:picMkLst>
        </pc:picChg>
        <pc:picChg chg="add mod">
          <ac:chgData name="Zhu Kaifeng" userId="ee11a7a6-9736-40fe-9dfc-4ce0ea41b4f4" providerId="ADAL" clId="{4905EC26-B052-40B1-8318-9D2066BD5A0D}" dt="2026-04-16T07:19:17.948" v="1461" actId="1038"/>
          <ac:picMkLst>
            <pc:docMk/>
            <pc:sldMk cId="3332135371" sldId="256"/>
            <ac:picMk id="234" creationId="{13E49CBB-C229-A877-DBB2-7A5ECD879E4D}"/>
          </ac:picMkLst>
        </pc:picChg>
        <pc:picChg chg="add mod">
          <ac:chgData name="Zhu Kaifeng" userId="ee11a7a6-9736-40fe-9dfc-4ce0ea41b4f4" providerId="ADAL" clId="{4905EC26-B052-40B1-8318-9D2066BD5A0D}" dt="2026-04-15T08:13:44.176" v="1049" actId="1038"/>
          <ac:picMkLst>
            <pc:docMk/>
            <pc:sldMk cId="3332135371" sldId="256"/>
            <ac:picMk id="235" creationId="{6EFFB194-DD64-CC95-3472-14DB7858DCF5}"/>
          </ac:picMkLst>
        </pc:picChg>
        <pc:picChg chg="add mod">
          <ac:chgData name="Zhu Kaifeng" userId="ee11a7a6-9736-40fe-9dfc-4ce0ea41b4f4" providerId="ADAL" clId="{4905EC26-B052-40B1-8318-9D2066BD5A0D}" dt="2026-04-15T08:17:03.851" v="1180" actId="14100"/>
          <ac:picMkLst>
            <pc:docMk/>
            <pc:sldMk cId="3332135371" sldId="256"/>
            <ac:picMk id="236" creationId="{2D28A46F-6E88-CDBD-982E-36A8365987E5}"/>
          </ac:picMkLst>
        </pc:picChg>
        <pc:picChg chg="add del mod">
          <ac:chgData name="Zhu Kaifeng" userId="ee11a7a6-9736-40fe-9dfc-4ce0ea41b4f4" providerId="ADAL" clId="{4905EC26-B052-40B1-8318-9D2066BD5A0D}" dt="2026-04-15T08:09:41.471" v="940" actId="478"/>
          <ac:picMkLst>
            <pc:docMk/>
            <pc:sldMk cId="3332135371" sldId="256"/>
            <ac:picMk id="237" creationId="{005EC384-CED6-B1F5-42AF-63B7C096B329}"/>
          </ac:picMkLst>
        </pc:picChg>
        <pc:picChg chg="add mod">
          <ac:chgData name="Zhu Kaifeng" userId="ee11a7a6-9736-40fe-9dfc-4ce0ea41b4f4" providerId="ADAL" clId="{4905EC26-B052-40B1-8318-9D2066BD5A0D}" dt="2026-04-15T08:09:48.992" v="942" actId="1076"/>
          <ac:picMkLst>
            <pc:docMk/>
            <pc:sldMk cId="3332135371" sldId="256"/>
            <ac:picMk id="244" creationId="{03F50978-6756-3AAC-3082-DE9E379594BB}"/>
          </ac:picMkLst>
        </pc:picChg>
        <pc:picChg chg="add mod">
          <ac:chgData name="Zhu Kaifeng" userId="ee11a7a6-9736-40fe-9dfc-4ce0ea41b4f4" providerId="ADAL" clId="{4905EC26-B052-40B1-8318-9D2066BD5A0D}" dt="2026-04-15T08:16:20.248" v="1174" actId="1076"/>
          <ac:picMkLst>
            <pc:docMk/>
            <pc:sldMk cId="3332135371" sldId="256"/>
            <ac:picMk id="264" creationId="{4D63F4B9-1643-4C15-354A-915635D3DC08}"/>
          </ac:picMkLst>
        </pc:picChg>
        <pc:picChg chg="add mod">
          <ac:chgData name="Zhu Kaifeng" userId="ee11a7a6-9736-40fe-9dfc-4ce0ea41b4f4" providerId="ADAL" clId="{4905EC26-B052-40B1-8318-9D2066BD5A0D}" dt="2026-04-16T07:19:08.003" v="1455" actId="1037"/>
          <ac:picMkLst>
            <pc:docMk/>
            <pc:sldMk cId="3332135371" sldId="256"/>
            <ac:picMk id="268" creationId="{75DE4857-1C92-F827-430C-484815C4954A}"/>
          </ac:picMkLst>
        </pc:picChg>
        <pc:picChg chg="add mod">
          <ac:chgData name="Zhu Kaifeng" userId="ee11a7a6-9736-40fe-9dfc-4ce0ea41b4f4" providerId="ADAL" clId="{4905EC26-B052-40B1-8318-9D2066BD5A0D}" dt="2026-04-15T08:21:53.722" v="1363" actId="1036"/>
          <ac:picMkLst>
            <pc:docMk/>
            <pc:sldMk cId="3332135371" sldId="256"/>
            <ac:picMk id="274" creationId="{DDBB2BC3-3AAB-FDC5-B7F3-0540E3518A72}"/>
          </ac:picMkLst>
        </pc:picChg>
        <pc:picChg chg="add mod">
          <ac:chgData name="Zhu Kaifeng" userId="ee11a7a6-9736-40fe-9dfc-4ce0ea41b4f4" providerId="ADAL" clId="{4905EC26-B052-40B1-8318-9D2066BD5A0D}" dt="2026-04-15T08:22:18.938" v="1367" actId="1076"/>
          <ac:picMkLst>
            <pc:docMk/>
            <pc:sldMk cId="3332135371" sldId="256"/>
            <ac:picMk id="275" creationId="{D1505739-4A38-8EC1-C926-706FA983B707}"/>
          </ac:picMkLst>
        </pc:picChg>
        <pc:cxnChg chg="mod">
          <ac:chgData name="Zhu Kaifeng" userId="ee11a7a6-9736-40fe-9dfc-4ce0ea41b4f4" providerId="ADAL" clId="{4905EC26-B052-40B1-8318-9D2066BD5A0D}" dt="2026-04-15T08:19:51.408" v="1337" actId="1038"/>
          <ac:cxnSpMkLst>
            <pc:docMk/>
            <pc:sldMk cId="3332135371" sldId="256"/>
            <ac:cxnSpMk id="7" creationId="{86E17A09-3833-F1CD-3B3B-9ABE6603A252}"/>
          </ac:cxnSpMkLst>
        </pc:cxnChg>
        <pc:cxnChg chg="del">
          <ac:chgData name="Zhu Kaifeng" userId="ee11a7a6-9736-40fe-9dfc-4ce0ea41b4f4" providerId="ADAL" clId="{4905EC26-B052-40B1-8318-9D2066BD5A0D}" dt="2026-04-15T08:02:39.579" v="835" actId="478"/>
          <ac:cxnSpMkLst>
            <pc:docMk/>
            <pc:sldMk cId="3332135371" sldId="256"/>
            <ac:cxnSpMk id="9" creationId="{5A9C73D1-13DE-C6AA-5C04-4311971A1AA2}"/>
          </ac:cxnSpMkLst>
        </pc:cxnChg>
        <pc:cxnChg chg="del mod">
          <ac:chgData name="Zhu Kaifeng" userId="ee11a7a6-9736-40fe-9dfc-4ce0ea41b4f4" providerId="ADAL" clId="{4905EC26-B052-40B1-8318-9D2066BD5A0D}" dt="2026-04-15T07:46:49.740" v="701" actId="478"/>
          <ac:cxnSpMkLst>
            <pc:docMk/>
            <pc:sldMk cId="3332135371" sldId="256"/>
            <ac:cxnSpMk id="15" creationId="{076F86F4-CF21-B873-33D0-07C771E33D72}"/>
          </ac:cxnSpMkLst>
        </pc:cxnChg>
        <pc:cxnChg chg="del mod">
          <ac:chgData name="Zhu Kaifeng" userId="ee11a7a6-9736-40fe-9dfc-4ce0ea41b4f4" providerId="ADAL" clId="{4905EC26-B052-40B1-8318-9D2066BD5A0D}" dt="2026-04-15T07:46:53.536" v="702" actId="478"/>
          <ac:cxnSpMkLst>
            <pc:docMk/>
            <pc:sldMk cId="3332135371" sldId="256"/>
            <ac:cxnSpMk id="22" creationId="{6224F34A-39CD-4183-B7F0-7CCEE9760B29}"/>
          </ac:cxnSpMkLst>
        </pc:cxnChg>
        <pc:cxnChg chg="del mod">
          <ac:chgData name="Zhu Kaifeng" userId="ee11a7a6-9736-40fe-9dfc-4ce0ea41b4f4" providerId="ADAL" clId="{4905EC26-B052-40B1-8318-9D2066BD5A0D}" dt="2026-04-15T08:02:36.722" v="832" actId="478"/>
          <ac:cxnSpMkLst>
            <pc:docMk/>
            <pc:sldMk cId="3332135371" sldId="256"/>
            <ac:cxnSpMk id="23" creationId="{9E4D52C9-E5B4-EE79-DAB9-A1482D349372}"/>
          </ac:cxnSpMkLst>
        </pc:cxnChg>
        <pc:cxnChg chg="del mod">
          <ac:chgData name="Zhu Kaifeng" userId="ee11a7a6-9736-40fe-9dfc-4ce0ea41b4f4" providerId="ADAL" clId="{4905EC26-B052-40B1-8318-9D2066BD5A0D}" dt="2026-04-15T07:46:53.536" v="702" actId="478"/>
          <ac:cxnSpMkLst>
            <pc:docMk/>
            <pc:sldMk cId="3332135371" sldId="256"/>
            <ac:cxnSpMk id="26" creationId="{714C77CC-83EA-4E0B-F1C5-A90D8667E7DF}"/>
          </ac:cxnSpMkLst>
        </pc:cxnChg>
        <pc:cxnChg chg="mod">
          <ac:chgData name="Zhu Kaifeng" userId="ee11a7a6-9736-40fe-9dfc-4ce0ea41b4f4" providerId="ADAL" clId="{4905EC26-B052-40B1-8318-9D2066BD5A0D}" dt="2026-04-15T07:32:11.583" v="479" actId="1076"/>
          <ac:cxnSpMkLst>
            <pc:docMk/>
            <pc:sldMk cId="3332135371" sldId="256"/>
            <ac:cxnSpMk id="29" creationId="{7A80CC32-AF70-B396-BEDE-6EC2B0AC4AB5}"/>
          </ac:cxnSpMkLst>
        </pc:cxnChg>
        <pc:cxnChg chg="del mod">
          <ac:chgData name="Zhu Kaifeng" userId="ee11a7a6-9736-40fe-9dfc-4ce0ea41b4f4" providerId="ADAL" clId="{4905EC26-B052-40B1-8318-9D2066BD5A0D}" dt="2026-04-15T07:46:53.536" v="702" actId="478"/>
          <ac:cxnSpMkLst>
            <pc:docMk/>
            <pc:sldMk cId="3332135371" sldId="256"/>
            <ac:cxnSpMk id="33" creationId="{F706294A-501A-DF6D-A317-CC9F1ED2AA9A}"/>
          </ac:cxnSpMkLst>
        </pc:cxnChg>
        <pc:cxnChg chg="add mod">
          <ac:chgData name="Zhu Kaifeng" userId="ee11a7a6-9736-40fe-9dfc-4ce0ea41b4f4" providerId="ADAL" clId="{4905EC26-B052-40B1-8318-9D2066BD5A0D}" dt="2026-04-15T08:13:30.898" v="1045" actId="1076"/>
          <ac:cxnSpMkLst>
            <pc:docMk/>
            <pc:sldMk cId="3332135371" sldId="256"/>
            <ac:cxnSpMk id="42" creationId="{F19850C9-42E6-F566-5A51-10EB30AE568D}"/>
          </ac:cxnSpMkLst>
        </pc:cxnChg>
        <pc:cxnChg chg="add del mod">
          <ac:chgData name="Zhu Kaifeng" userId="ee11a7a6-9736-40fe-9dfc-4ce0ea41b4f4" providerId="ADAL" clId="{4905EC26-B052-40B1-8318-9D2066BD5A0D}" dt="2026-04-15T07:46:49.740" v="701" actId="478"/>
          <ac:cxnSpMkLst>
            <pc:docMk/>
            <pc:sldMk cId="3332135371" sldId="256"/>
            <ac:cxnSpMk id="43" creationId="{869A2406-75A6-B1CC-04AA-8B1F8878B071}"/>
          </ac:cxnSpMkLst>
        </pc:cxnChg>
        <pc:cxnChg chg="add del mod">
          <ac:chgData name="Zhu Kaifeng" userId="ee11a7a6-9736-40fe-9dfc-4ce0ea41b4f4" providerId="ADAL" clId="{4905EC26-B052-40B1-8318-9D2066BD5A0D}" dt="2026-04-15T07:46:53.536" v="702" actId="478"/>
          <ac:cxnSpMkLst>
            <pc:docMk/>
            <pc:sldMk cId="3332135371" sldId="256"/>
            <ac:cxnSpMk id="50" creationId="{393FD3DC-764C-A68C-93A3-6F769006F3E5}"/>
          </ac:cxnSpMkLst>
        </pc:cxnChg>
        <pc:cxnChg chg="add del mod">
          <ac:chgData name="Zhu Kaifeng" userId="ee11a7a6-9736-40fe-9dfc-4ce0ea41b4f4" providerId="ADAL" clId="{4905EC26-B052-40B1-8318-9D2066BD5A0D}" dt="2026-04-15T07:57:59.183" v="767" actId="478"/>
          <ac:cxnSpMkLst>
            <pc:docMk/>
            <pc:sldMk cId="3332135371" sldId="256"/>
            <ac:cxnSpMk id="53" creationId="{36460D17-BF5D-0C95-D9B6-AC9BE950ABE9}"/>
          </ac:cxnSpMkLst>
        </pc:cxnChg>
        <pc:cxnChg chg="add del mod">
          <ac:chgData name="Zhu Kaifeng" userId="ee11a7a6-9736-40fe-9dfc-4ce0ea41b4f4" providerId="ADAL" clId="{4905EC26-B052-40B1-8318-9D2066BD5A0D}" dt="2026-04-15T08:02:35.445" v="831" actId="478"/>
          <ac:cxnSpMkLst>
            <pc:docMk/>
            <pc:sldMk cId="3332135371" sldId="256"/>
            <ac:cxnSpMk id="68" creationId="{61B3EEB0-47FC-91F9-F28B-ABB5292049A4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70" creationId="{2EB650AD-0075-4F7D-5BDD-B0DF12C9B9CB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74" creationId="{3A491FC2-2B3C-3C5A-3534-846087AD32F4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78" creationId="{FE4795C3-BD82-6A02-D5F3-1631065619E1}"/>
          </ac:cxnSpMkLst>
        </pc:cxnChg>
        <pc:cxnChg chg="add mod">
          <ac:chgData name="Zhu Kaifeng" userId="ee11a7a6-9736-40fe-9dfc-4ce0ea41b4f4" providerId="ADAL" clId="{4905EC26-B052-40B1-8318-9D2066BD5A0D}" dt="2026-04-15T08:13:03.897" v="1042" actId="1037"/>
          <ac:cxnSpMkLst>
            <pc:docMk/>
            <pc:sldMk cId="3332135371" sldId="256"/>
            <ac:cxnSpMk id="80" creationId="{47875AA7-58F7-5684-EB50-7E1BAF8B6099}"/>
          </ac:cxnSpMkLst>
        </pc:cxnChg>
        <pc:cxnChg chg="add del mod">
          <ac:chgData name="Zhu Kaifeng" userId="ee11a7a6-9736-40fe-9dfc-4ce0ea41b4f4" providerId="ADAL" clId="{4905EC26-B052-40B1-8318-9D2066BD5A0D}" dt="2026-04-15T07:46:53.536" v="702" actId="478"/>
          <ac:cxnSpMkLst>
            <pc:docMk/>
            <pc:sldMk cId="3332135371" sldId="256"/>
            <ac:cxnSpMk id="96" creationId="{0D4C74CF-92CC-EF6D-6F8F-B456893D03DD}"/>
          </ac:cxnSpMkLst>
        </pc:cxnChg>
        <pc:cxnChg chg="add mod">
          <ac:chgData name="Zhu Kaifeng" userId="ee11a7a6-9736-40fe-9dfc-4ce0ea41b4f4" providerId="ADAL" clId="{4905EC26-B052-40B1-8318-9D2066BD5A0D}" dt="2026-04-15T08:24:23.416" v="1374"/>
          <ac:cxnSpMkLst>
            <pc:docMk/>
            <pc:sldMk cId="3332135371" sldId="256"/>
            <ac:cxnSpMk id="119" creationId="{D751DFFB-FF89-922B-BDBF-1865AC703306}"/>
          </ac:cxnSpMkLst>
        </pc:cxnChg>
        <pc:cxnChg chg="add mod">
          <ac:chgData name="Zhu Kaifeng" userId="ee11a7a6-9736-40fe-9dfc-4ce0ea41b4f4" providerId="ADAL" clId="{4905EC26-B052-40B1-8318-9D2066BD5A0D}" dt="2026-04-15T08:24:17.858" v="1373"/>
          <ac:cxnSpMkLst>
            <pc:docMk/>
            <pc:sldMk cId="3332135371" sldId="256"/>
            <ac:cxnSpMk id="122" creationId="{7B501D96-489E-A48A-9C8F-9CDB5A31F463}"/>
          </ac:cxnSpMkLst>
        </pc:cxnChg>
        <pc:cxnChg chg="add mod">
          <ac:chgData name="Zhu Kaifeng" userId="ee11a7a6-9736-40fe-9dfc-4ce0ea41b4f4" providerId="ADAL" clId="{4905EC26-B052-40B1-8318-9D2066BD5A0D}" dt="2026-04-15T08:23:28.626" v="1372" actId="1038"/>
          <ac:cxnSpMkLst>
            <pc:docMk/>
            <pc:sldMk cId="3332135371" sldId="256"/>
            <ac:cxnSpMk id="130" creationId="{519F2B95-51FB-C152-CAC7-0637A9BB76B7}"/>
          </ac:cxnSpMkLst>
        </pc:cxnChg>
        <pc:cxnChg chg="add del mod">
          <ac:chgData name="Zhu Kaifeng" userId="ee11a7a6-9736-40fe-9dfc-4ce0ea41b4f4" providerId="ADAL" clId="{4905EC26-B052-40B1-8318-9D2066BD5A0D}" dt="2026-04-15T07:52:00.532" v="728" actId="478"/>
          <ac:cxnSpMkLst>
            <pc:docMk/>
            <pc:sldMk cId="3332135371" sldId="256"/>
            <ac:cxnSpMk id="144" creationId="{2B4238CC-BD9E-9FAA-0C1B-77AD729E1077}"/>
          </ac:cxnSpMkLst>
        </pc:cxnChg>
        <pc:cxnChg chg="add mod">
          <ac:chgData name="Zhu Kaifeng" userId="ee11a7a6-9736-40fe-9dfc-4ce0ea41b4f4" providerId="ADAL" clId="{4905EC26-B052-40B1-8318-9D2066BD5A0D}" dt="2026-04-15T08:13:30.898" v="1045" actId="1076"/>
          <ac:cxnSpMkLst>
            <pc:docMk/>
            <pc:sldMk cId="3332135371" sldId="256"/>
            <ac:cxnSpMk id="154" creationId="{47674B1A-56FF-79F8-7D4E-A5BF200EF985}"/>
          </ac:cxnSpMkLst>
        </pc:cxnChg>
        <pc:cxnChg chg="add mod">
          <ac:chgData name="Zhu Kaifeng" userId="ee11a7a6-9736-40fe-9dfc-4ce0ea41b4f4" providerId="ADAL" clId="{4905EC26-B052-40B1-8318-9D2066BD5A0D}" dt="2026-04-16T07:19:17.948" v="1461" actId="1038"/>
          <ac:cxnSpMkLst>
            <pc:docMk/>
            <pc:sldMk cId="3332135371" sldId="256"/>
            <ac:cxnSpMk id="175" creationId="{AFE52AFB-BBFE-A6DF-F80B-89169FB11560}"/>
          </ac:cxnSpMkLst>
        </pc:cxnChg>
        <pc:cxnChg chg="add mod">
          <ac:chgData name="Zhu Kaifeng" userId="ee11a7a6-9736-40fe-9dfc-4ce0ea41b4f4" providerId="ADAL" clId="{4905EC26-B052-40B1-8318-9D2066BD5A0D}" dt="2026-04-16T07:19:17.948" v="1461" actId="1038"/>
          <ac:cxnSpMkLst>
            <pc:docMk/>
            <pc:sldMk cId="3332135371" sldId="256"/>
            <ac:cxnSpMk id="178" creationId="{91AA4D56-A95E-174C-37CD-B49F8E60A7A1}"/>
          </ac:cxnSpMkLst>
        </pc:cxnChg>
        <pc:cxnChg chg="add mod">
          <ac:chgData name="Zhu Kaifeng" userId="ee11a7a6-9736-40fe-9dfc-4ce0ea41b4f4" providerId="ADAL" clId="{4905EC26-B052-40B1-8318-9D2066BD5A0D}" dt="2026-04-16T07:19:17.948" v="1461" actId="1038"/>
          <ac:cxnSpMkLst>
            <pc:docMk/>
            <pc:sldMk cId="3332135371" sldId="256"/>
            <ac:cxnSpMk id="183" creationId="{1D6A2925-EC7A-DB48-CBA7-FAC098AC975E}"/>
          </ac:cxnSpMkLst>
        </pc:cxnChg>
        <pc:cxnChg chg="add mod">
          <ac:chgData name="Zhu Kaifeng" userId="ee11a7a6-9736-40fe-9dfc-4ce0ea41b4f4" providerId="ADAL" clId="{4905EC26-B052-40B1-8318-9D2066BD5A0D}" dt="2026-04-15T08:13:30.898" v="1045" actId="1076"/>
          <ac:cxnSpMkLst>
            <pc:docMk/>
            <pc:sldMk cId="3332135371" sldId="256"/>
            <ac:cxnSpMk id="190" creationId="{29D5EC91-6D75-611D-04F1-3688F74B8053}"/>
          </ac:cxnSpMkLst>
        </pc:cxnChg>
        <pc:cxnChg chg="add mod">
          <ac:chgData name="Zhu Kaifeng" userId="ee11a7a6-9736-40fe-9dfc-4ce0ea41b4f4" providerId="ADAL" clId="{4905EC26-B052-40B1-8318-9D2066BD5A0D}" dt="2026-04-16T07:19:08.003" v="1455" actId="1037"/>
          <ac:cxnSpMkLst>
            <pc:docMk/>
            <pc:sldMk cId="3332135371" sldId="256"/>
            <ac:cxnSpMk id="194" creationId="{636A3CAC-0734-A02E-AB1A-97A77F5D0AB0}"/>
          </ac:cxnSpMkLst>
        </pc:cxnChg>
        <pc:cxnChg chg="add mod">
          <ac:chgData name="Zhu Kaifeng" userId="ee11a7a6-9736-40fe-9dfc-4ce0ea41b4f4" providerId="ADAL" clId="{4905EC26-B052-40B1-8318-9D2066BD5A0D}" dt="2026-04-16T07:19:08.003" v="1455" actId="1037"/>
          <ac:cxnSpMkLst>
            <pc:docMk/>
            <pc:sldMk cId="3332135371" sldId="256"/>
            <ac:cxnSpMk id="198" creationId="{A73EB6C5-98D0-52C2-370D-BDEE2218B107}"/>
          </ac:cxnSpMkLst>
        </pc:cxnChg>
        <pc:cxnChg chg="add mod">
          <ac:chgData name="Zhu Kaifeng" userId="ee11a7a6-9736-40fe-9dfc-4ce0ea41b4f4" providerId="ADAL" clId="{4905EC26-B052-40B1-8318-9D2066BD5A0D}" dt="2026-04-16T07:19:08.003" v="1455" actId="1037"/>
          <ac:cxnSpMkLst>
            <pc:docMk/>
            <pc:sldMk cId="3332135371" sldId="256"/>
            <ac:cxnSpMk id="210" creationId="{6CBE0D4B-54D3-C66C-3A64-925FBFAACD35}"/>
          </ac:cxnSpMkLst>
        </pc:cxnChg>
        <pc:cxnChg chg="add mod">
          <ac:chgData name="Zhu Kaifeng" userId="ee11a7a6-9736-40fe-9dfc-4ce0ea41b4f4" providerId="ADAL" clId="{4905EC26-B052-40B1-8318-9D2066BD5A0D}" dt="2026-04-15T08:18:32.568" v="1262" actId="1036"/>
          <ac:cxnSpMkLst>
            <pc:docMk/>
            <pc:sldMk cId="3332135371" sldId="256"/>
            <ac:cxnSpMk id="216" creationId="{3F08FC42-0E4A-1C83-6070-CDFDF0A46928}"/>
          </ac:cxnSpMkLst>
        </pc:cxnChg>
        <pc:cxnChg chg="add mod">
          <ac:chgData name="Zhu Kaifeng" userId="ee11a7a6-9736-40fe-9dfc-4ce0ea41b4f4" providerId="ADAL" clId="{4905EC26-B052-40B1-8318-9D2066BD5A0D}" dt="2026-04-15T08:19:55.690" v="1338" actId="14100"/>
          <ac:cxnSpMkLst>
            <pc:docMk/>
            <pc:sldMk cId="3332135371" sldId="256"/>
            <ac:cxnSpMk id="229" creationId="{8169DD4D-0ADB-0471-1695-3B52C951BE71}"/>
          </ac:cxnSpMkLst>
        </pc:cxnChg>
        <pc:cxnChg chg="add mod">
          <ac:chgData name="Zhu Kaifeng" userId="ee11a7a6-9736-40fe-9dfc-4ce0ea41b4f4" providerId="ADAL" clId="{4905EC26-B052-40B1-8318-9D2066BD5A0D}" dt="2026-04-15T08:22:17.007" v="1366" actId="1076"/>
          <ac:cxnSpMkLst>
            <pc:docMk/>
            <pc:sldMk cId="3332135371" sldId="256"/>
            <ac:cxnSpMk id="276" creationId="{502F9CE4-A2DA-57E7-41E1-90BF62FE8CC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1F9F5-EC82-A1D0-2D8B-99916A161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B4970-BC6C-FB73-1A7E-60B81268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2CED2-7C86-2507-353C-2BFB4443E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2EE812-55C6-A225-B11C-826060AF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585F3-5DF1-2BE7-B4FB-F55A624C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89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20D3F-86E7-A64F-1267-4C3478CF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49A0C-3EA0-FD25-D52D-A7E9C842A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ECEE0-30E3-1A24-D6C9-C06F9D50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4EE1-8E74-9048-E1BC-E3D2F53B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18861-4F7B-E103-CB7F-64D89173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83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7D35A-6292-4D00-2406-9F2CACB5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FE7AA-FE70-7D51-1F96-580B351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01B27-DE4E-DDBD-23A8-5C7B16A8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FC54A-64E3-7A90-E2C8-7F87A1A3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9D59E2-1139-42E7-D9A2-B6F36EA4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7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463F7-DDD8-CC11-B89B-C0C2DFA6C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A3789-C0C1-B615-45A9-470A08467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00C8BF-A674-68C6-8553-898C3CAB3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002F4E-8C88-B233-3AA0-DB8605B7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4C0A33-6DAB-3A2F-E428-8B24D7B9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D0165-28BD-A330-9E0C-95808A2F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8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3E528-D137-B663-0216-EC063E93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58CC89-A200-D5F5-8D0C-E8CFEC926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9E702E-9F8E-0E2B-04E9-EC78AC097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B131E9-9289-0048-DF58-A11A7F886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3A0747-2FBB-2621-988C-3AFB62017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28CD51-C937-2E24-078F-2218C472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191CF8-D9FC-0E50-6664-B3FE88AE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EE8F0D-5B15-F745-D60A-C818CF28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0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F2FE5-6257-037C-EC17-00CEDD59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D16742-1FAA-0C56-2153-5B3B0031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561F68-2C88-9441-9E81-D0E23585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AB186D-E549-8C9D-9613-EB83357C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14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8DC173-927D-7664-0E22-2C9C22F6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E81EE1-2E05-ABDA-0315-54C64C8B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790C5-E2AA-E42A-D410-817CC928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23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FD9E0-3EA1-452F-9FFA-BB325554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E9D57-DDE0-B945-AEFC-B0C6116E2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5D2B2E-25B9-30F5-8EA5-0A4F6BF3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803A4D-7D24-7B16-6B06-9A388D60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1F36BF-75B1-6B2D-95DD-D574B8A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F99791-E4F0-7AD9-3741-E8C130A4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46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23484-1779-C890-4E03-80C65F62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2F6B7B-7B9B-6EF0-82C8-49E3EB14B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200ED3-47F4-E6AD-8145-D042EDEE9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5687E0-93A7-0F36-69FF-5192092F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CEC96F-A725-0ADF-237C-FB7F086C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D8C25-59CE-7999-B1EA-3D97A9D8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96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7734E-7896-C8E0-FCE5-0368CE27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3F2BC2-27EE-6D23-A897-DD840724F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F8D2D-5DA8-1C92-4C46-E56E12BE5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D8552-2BE5-4460-E99F-76AFCB62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09EF18-D795-8D6B-6689-85AF544D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09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C3C01B-B2DA-B4F4-D83F-471FB154E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2A563-2763-9E8F-C5CF-CC329341E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01C59E-D290-1117-D492-494BE7CF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2FAE4-A3F4-AB18-509C-0F72894E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8DE1F-9031-306B-DD55-81818B14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5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463E41-F80E-9AA2-D5FD-EDBC2214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ECD06-2B76-9817-54D0-BCAB8CE88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1AAEE-690C-E2BD-9803-659BD837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4597C-D9AD-4C09-B108-DE05949038EF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05D7B-A8B2-679B-84BC-FC7DB0BA4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C9A9D6-068D-04F7-A5AB-FBDA55588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61594-33A2-4684-BD5D-DE1F6F1B52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92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8DF8A6A-4132-D126-37B8-3A864B5FB837}"/>
                  </a:ext>
                </a:extLst>
              </p:cNvPr>
              <p:cNvSpPr/>
              <p:nvPr/>
            </p:nvSpPr>
            <p:spPr>
              <a:xfrm>
                <a:off x="3000104" y="2165302"/>
                <a:ext cx="1573004" cy="25228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𝑒𝑥𝑐𝑒𝑠𝑠</m:t>
                          </m:r>
                        </m:sup>
                      </m:sSubSup>
                      <m:r>
                        <a:rPr lang="en-US" altLang="zh-CN" sz="101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𝑝𝑣</m:t>
                          </m:r>
                        </m:sup>
                      </m:sSubSup>
                      <m:r>
                        <a:rPr lang="en-US" altLang="zh-CN" sz="101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𝑑𝑒𝑚𝑎𝑛𝑑</m:t>
                          </m:r>
                        </m:sup>
                      </m:sSubSup>
                    </m:oMath>
                  </m:oMathPara>
                </a14:m>
                <a:endParaRPr lang="zh-CN" altLang="en-US" sz="101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8DF8A6A-4132-D126-37B8-3A864B5FB8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104" y="2165302"/>
                <a:ext cx="1573004" cy="252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6E17A09-3833-F1CD-3B3B-9ABE6603A252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4573108" y="2291447"/>
            <a:ext cx="1543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D222320F-0688-0D3A-4276-0A3D5F5ACD03}"/>
                  </a:ext>
                </a:extLst>
              </p:cNvPr>
              <p:cNvSpPr/>
              <p:nvPr/>
            </p:nvSpPr>
            <p:spPr>
              <a:xfrm>
                <a:off x="3632285" y="2831475"/>
                <a:ext cx="1854154" cy="492177"/>
              </a:xfrm>
              <a:prstGeom prst="rect">
                <a:avLst/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1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 (</a:t>
                </a:r>
                <a14:m>
                  <m:oMath xmlns:m="http://schemas.openxmlformats.org/officeDocument/2006/math">
                    <m:r>
                      <a:rPr lang="en-US" altLang="zh-CN" sz="1013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altLang="zh-CN" sz="101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hours to buy/sell electricity (highest/lowest) within the day: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</m:e>
                      <m:sub>
                        <m:r>
                          <a:rPr lang="en-US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altLang="zh-CN" sz="101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</m:e>
                      <m:sub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𝑙𝑜𝑤</m:t>
                        </m:r>
                      </m:sub>
                    </m:sSub>
                  </m:oMath>
                </a14:m>
                <a:endParaRPr lang="zh-CN" altLang="en-US" sz="1013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D222320F-0688-0D3A-4276-0A3D5F5AC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285" y="2831475"/>
                <a:ext cx="1854154" cy="492177"/>
              </a:xfrm>
              <a:prstGeom prst="rect">
                <a:avLst/>
              </a:prstGeom>
              <a:blipFill>
                <a:blip r:embed="rId3"/>
                <a:stretch>
                  <a:fillRect t="-4762" b="-9524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流程图: 决策 39">
            <a:extLst>
              <a:ext uri="{FF2B5EF4-FFF2-40B4-BE49-F238E27FC236}">
                <a16:creationId xmlns:a16="http://schemas.microsoft.com/office/drawing/2014/main" id="{C19D91B7-8471-DE48-7CCD-5E9AAEA9D35B}"/>
              </a:ext>
            </a:extLst>
          </p:cNvPr>
          <p:cNvSpPr/>
          <p:nvPr/>
        </p:nvSpPr>
        <p:spPr>
          <a:xfrm>
            <a:off x="5583564" y="3567761"/>
            <a:ext cx="1589506" cy="60113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buy/sell hours range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流程图: 决策 40">
            <a:extLst>
              <a:ext uri="{FF2B5EF4-FFF2-40B4-BE49-F238E27FC236}">
                <a16:creationId xmlns:a16="http://schemas.microsoft.com/office/drawing/2014/main" id="{8D557CA7-F3BE-9C70-C896-EE245F69E372}"/>
              </a:ext>
            </a:extLst>
          </p:cNvPr>
          <p:cNvSpPr/>
          <p:nvPr/>
        </p:nvSpPr>
        <p:spPr>
          <a:xfrm>
            <a:off x="4727477" y="1990880"/>
            <a:ext cx="1610967" cy="60113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SOC range?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19850C9-42E6-F566-5A51-10EB30AE568D}"/>
              </a:ext>
            </a:extLst>
          </p:cNvPr>
          <p:cNvCxnSpPr>
            <a:cxnSpLocks/>
            <a:stCxn id="41" idx="3"/>
            <a:endCxn id="52" idx="1"/>
          </p:cNvCxnSpPr>
          <p:nvPr/>
        </p:nvCxnSpPr>
        <p:spPr>
          <a:xfrm>
            <a:off x="6338444" y="2291447"/>
            <a:ext cx="271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FD01D32-892B-F306-9BA7-38510F86CAD3}"/>
                  </a:ext>
                </a:extLst>
              </p:cNvPr>
              <p:cNvSpPr/>
              <p:nvPr/>
            </p:nvSpPr>
            <p:spPr>
              <a:xfrm>
                <a:off x="8701698" y="1481894"/>
                <a:ext cx="615466" cy="247568"/>
              </a:xfrm>
              <a:prstGeom prst="rect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013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𝑒𝑥𝑐𝑒𝑠𝑠</m:t>
                          </m:r>
                        </m:sup>
                      </m:sSubSup>
                    </m:oMath>
                  </m:oMathPara>
                </a14:m>
                <a:endParaRPr lang="zh-CN" altLang="en-US" sz="101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FD01D32-892B-F306-9BA7-38510F86C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698" y="1481894"/>
                <a:ext cx="615466" cy="247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A875B8A6-507B-0D46-803C-74783407273B}"/>
              </a:ext>
            </a:extLst>
          </p:cNvPr>
          <p:cNvSpPr txBox="1"/>
          <p:nvPr/>
        </p:nvSpPr>
        <p:spPr>
          <a:xfrm>
            <a:off x="5504340" y="1731994"/>
            <a:ext cx="35327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C133E9F-8B5B-E2BC-3CC2-30FEE94EE411}"/>
              </a:ext>
            </a:extLst>
          </p:cNvPr>
          <p:cNvSpPr txBox="1"/>
          <p:nvPr/>
        </p:nvSpPr>
        <p:spPr>
          <a:xfrm>
            <a:off x="6228020" y="2054873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流程图: 决策 51">
                <a:extLst>
                  <a:ext uri="{FF2B5EF4-FFF2-40B4-BE49-F238E27FC236}">
                    <a16:creationId xmlns:a16="http://schemas.microsoft.com/office/drawing/2014/main" id="{FF4D4890-811D-D2F3-3D71-C3A3E3A35F21}"/>
                  </a:ext>
                </a:extLst>
              </p:cNvPr>
              <p:cNvSpPr/>
              <p:nvPr/>
            </p:nvSpPr>
            <p:spPr>
              <a:xfrm>
                <a:off x="6610248" y="1990880"/>
                <a:ext cx="1957141" cy="601133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power constraint: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</m:oMath>
                </a14:m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流程图: 决策 51">
                <a:extLst>
                  <a:ext uri="{FF2B5EF4-FFF2-40B4-BE49-F238E27FC236}">
                    <a16:creationId xmlns:a16="http://schemas.microsoft.com/office/drawing/2014/main" id="{FF4D4890-811D-D2F3-3D71-C3A3E3A35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248" y="1990880"/>
                <a:ext cx="1957141" cy="601133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CE2A5713-48D5-1037-FF00-18EB52EF1839}"/>
              </a:ext>
            </a:extLst>
          </p:cNvPr>
          <p:cNvSpPr txBox="1"/>
          <p:nvPr/>
        </p:nvSpPr>
        <p:spPr>
          <a:xfrm>
            <a:off x="8420337" y="2035823"/>
            <a:ext cx="35327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11046B55-9D54-4F4B-3FB0-7281D4EDA0A1}"/>
                  </a:ext>
                </a:extLst>
              </p:cNvPr>
              <p:cNvSpPr/>
              <p:nvPr/>
            </p:nvSpPr>
            <p:spPr>
              <a:xfrm>
                <a:off x="8836005" y="2289614"/>
                <a:ext cx="814163" cy="253780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</m:oMath>
                </a14:m>
                <a:endParaRPr lang="en-US" altLang="zh-CN" sz="101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11046B55-9D54-4F4B-3FB0-7281D4EDA0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05" y="2289614"/>
                <a:ext cx="814163" cy="253780"/>
              </a:xfrm>
              <a:prstGeom prst="rect">
                <a:avLst/>
              </a:prstGeom>
              <a:blipFill>
                <a:blip r:embed="rId6"/>
                <a:stretch>
                  <a:fillRect b="-113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>
            <a:extLst>
              <a:ext uri="{FF2B5EF4-FFF2-40B4-BE49-F238E27FC236}">
                <a16:creationId xmlns:a16="http://schemas.microsoft.com/office/drawing/2014/main" id="{DE0ADE79-3A44-60BA-4A8C-9A8FC65B5A1D}"/>
              </a:ext>
            </a:extLst>
          </p:cNvPr>
          <p:cNvSpPr/>
          <p:nvPr/>
        </p:nvSpPr>
        <p:spPr>
          <a:xfrm>
            <a:off x="6960618" y="2840350"/>
            <a:ext cx="462285" cy="3322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EC93BE9-ECD9-4163-A2CD-4AD923E68809}"/>
              </a:ext>
            </a:extLst>
          </p:cNvPr>
          <p:cNvSpPr/>
          <p:nvPr/>
        </p:nvSpPr>
        <p:spPr>
          <a:xfrm>
            <a:off x="7775533" y="2840350"/>
            <a:ext cx="462285" cy="3322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EB650AD-0075-4F7D-5BDD-B0DF12C9B9CB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7191760" y="2491207"/>
            <a:ext cx="1" cy="34914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A491FC2-2B3C-3C5A-3534-846087AD32F4}"/>
              </a:ext>
            </a:extLst>
          </p:cNvPr>
          <p:cNvCxnSpPr>
            <a:cxnSpLocks/>
            <a:stCxn id="64" idx="0"/>
          </p:cNvCxnSpPr>
          <p:nvPr/>
        </p:nvCxnSpPr>
        <p:spPr>
          <a:xfrm flipH="1" flipV="1">
            <a:off x="7998750" y="2491207"/>
            <a:ext cx="7926" cy="34914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FE4795C3-BD82-6A02-D5F3-1631065619E1}"/>
              </a:ext>
            </a:extLst>
          </p:cNvPr>
          <p:cNvCxnSpPr>
            <a:cxnSpLocks/>
            <a:stCxn id="102" idx="2"/>
            <a:endCxn id="64" idx="2"/>
          </p:cNvCxnSpPr>
          <p:nvPr/>
        </p:nvCxnSpPr>
        <p:spPr>
          <a:xfrm rot="5400000">
            <a:off x="8674348" y="2396118"/>
            <a:ext cx="108814" cy="1444158"/>
          </a:xfrm>
          <a:prstGeom prst="bentConnector3">
            <a:avLst>
              <a:gd name="adj1" fmla="val 310083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47875AA7-58F7-5684-EB50-7E1BAF8B6099}"/>
              </a:ext>
            </a:extLst>
          </p:cNvPr>
          <p:cNvCxnSpPr>
            <a:cxnSpLocks/>
            <a:stCxn id="102" idx="2"/>
            <a:endCxn id="63" idx="2"/>
          </p:cNvCxnSpPr>
          <p:nvPr/>
        </p:nvCxnSpPr>
        <p:spPr>
          <a:xfrm rot="5400000">
            <a:off x="8266891" y="1988661"/>
            <a:ext cx="108814" cy="2259073"/>
          </a:xfrm>
          <a:prstGeom prst="bentConnector3">
            <a:avLst>
              <a:gd name="adj1" fmla="val 310083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AD1A87CA-1185-A0B2-1231-D328B79DE47B}"/>
              </a:ext>
            </a:extLst>
          </p:cNvPr>
          <p:cNvSpPr txBox="1"/>
          <p:nvPr/>
        </p:nvSpPr>
        <p:spPr>
          <a:xfrm>
            <a:off x="8891688" y="3167720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FF7CF96D-0933-32E8-D496-9361435D63F5}"/>
                  </a:ext>
                </a:extLst>
              </p:cNvPr>
              <p:cNvSpPr/>
              <p:nvPr/>
            </p:nvSpPr>
            <p:spPr>
              <a:xfrm>
                <a:off x="8836006" y="2599077"/>
                <a:ext cx="565240" cy="260920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0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𝑒𝑥𝑐𝑒𝑠𝑠</m:t>
                          </m:r>
                        </m:sup>
                      </m:sSubSup>
                    </m:oMath>
                  </m:oMathPara>
                </a14:m>
                <a:endParaRPr lang="en-US" altLang="zh-CN" sz="101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FF7CF96D-0933-32E8-D496-9361435D63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06" y="2599077"/>
                <a:ext cx="565240" cy="260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本框 100">
            <a:extLst>
              <a:ext uri="{FF2B5EF4-FFF2-40B4-BE49-F238E27FC236}">
                <a16:creationId xmlns:a16="http://schemas.microsoft.com/office/drawing/2014/main" id="{93C7863A-F389-6EB2-B610-6AB3EE8F579E}"/>
              </a:ext>
            </a:extLst>
          </p:cNvPr>
          <p:cNvSpPr txBox="1"/>
          <p:nvPr/>
        </p:nvSpPr>
        <p:spPr>
          <a:xfrm>
            <a:off x="8390855" y="2324484"/>
            <a:ext cx="42582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8DD474B3-0D8C-7E09-4515-0A86DD8CEB79}"/>
              </a:ext>
            </a:extLst>
          </p:cNvPr>
          <p:cNvSpPr/>
          <p:nvPr/>
        </p:nvSpPr>
        <p:spPr>
          <a:xfrm>
            <a:off x="8760871" y="2230925"/>
            <a:ext cx="1379926" cy="8328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18A57628-99ED-541F-C14F-B8B4F2B3E610}"/>
              </a:ext>
            </a:extLst>
          </p:cNvPr>
          <p:cNvSpPr txBox="1"/>
          <p:nvPr/>
        </p:nvSpPr>
        <p:spPr>
          <a:xfrm>
            <a:off x="8715010" y="2808517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Charge/discharge battery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E4D8DFA5-579E-9883-6234-A06F1D800A36}"/>
                  </a:ext>
                </a:extLst>
              </p:cNvPr>
              <p:cNvSpPr/>
              <p:nvPr/>
            </p:nvSpPr>
            <p:spPr>
              <a:xfrm>
                <a:off x="8701698" y="1789524"/>
                <a:ext cx="1379927" cy="253631"/>
              </a:xfrm>
              <a:prstGeom prst="rect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𝑒𝑥𝑐𝑒𝑠𝑠</m:t>
                        </m:r>
                      </m:sup>
                    </m:sSubSup>
                  </m:oMath>
                </a14:m>
                <a:r>
                  <a:rPr lang="en-US" altLang="zh-CN" sz="101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0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CN" sz="10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</m:oMath>
                </a14:m>
                <a:endParaRPr lang="zh-CN" altLang="en-US" sz="101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E4D8DFA5-579E-9883-6234-A06F1D800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698" y="1789524"/>
                <a:ext cx="1379927" cy="253631"/>
              </a:xfrm>
              <a:prstGeom prst="rect">
                <a:avLst/>
              </a:prstGeom>
              <a:blipFill>
                <a:blip r:embed="rId8"/>
                <a:stretch>
                  <a:fillRect b="-68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D751DFFB-FF89-922B-BDBF-1865AC703306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9243087" y="2054873"/>
            <a:ext cx="0" cy="23474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连接符: 肘形 121">
            <a:extLst>
              <a:ext uri="{FF2B5EF4-FFF2-40B4-BE49-F238E27FC236}">
                <a16:creationId xmlns:a16="http://schemas.microsoft.com/office/drawing/2014/main" id="{7B501D96-489E-A48A-9C8F-9CDB5A31F463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8567389" y="2155543"/>
            <a:ext cx="675695" cy="135904"/>
          </a:xfrm>
          <a:prstGeom prst="bentConnector3">
            <a:avLst>
              <a:gd name="adj1" fmla="val 2133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519F2B95-51FB-C152-CAC7-0637A9BB76B7}"/>
              </a:ext>
            </a:extLst>
          </p:cNvPr>
          <p:cNvCxnSpPr>
            <a:cxnSpLocks/>
          </p:cNvCxnSpPr>
          <p:nvPr/>
        </p:nvCxnSpPr>
        <p:spPr>
          <a:xfrm>
            <a:off x="8573739" y="2291447"/>
            <a:ext cx="268617" cy="4380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2A56F455-FC0B-CD70-11A4-7A8413A889C5}"/>
              </a:ext>
            </a:extLst>
          </p:cNvPr>
          <p:cNvSpPr txBox="1"/>
          <p:nvPr/>
        </p:nvSpPr>
        <p:spPr>
          <a:xfrm>
            <a:off x="7228748" y="2531417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流程图: 决策 149">
            <a:extLst>
              <a:ext uri="{FF2B5EF4-FFF2-40B4-BE49-F238E27FC236}">
                <a16:creationId xmlns:a16="http://schemas.microsoft.com/office/drawing/2014/main" id="{C079460B-7B59-83C8-88B7-18DEAABD2292}"/>
              </a:ext>
            </a:extLst>
          </p:cNvPr>
          <p:cNvSpPr/>
          <p:nvPr/>
        </p:nvSpPr>
        <p:spPr>
          <a:xfrm>
            <a:off x="8303686" y="3567761"/>
            <a:ext cx="1281608" cy="60113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arbitrage?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47674B1A-56FF-79F8-7D4E-A5BF200EF985}"/>
              </a:ext>
            </a:extLst>
          </p:cNvPr>
          <p:cNvCxnSpPr>
            <a:cxnSpLocks/>
            <a:stCxn id="41" idx="0"/>
            <a:endCxn id="44" idx="1"/>
          </p:cNvCxnSpPr>
          <p:nvPr/>
        </p:nvCxnSpPr>
        <p:spPr>
          <a:xfrm rot="5400000" flipH="1" flipV="1">
            <a:off x="6924728" y="213911"/>
            <a:ext cx="385202" cy="31687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4D83954B-FE85-21BD-C965-A7DE8BD97D4B}"/>
              </a:ext>
            </a:extLst>
          </p:cNvPr>
          <p:cNvSpPr/>
          <p:nvPr/>
        </p:nvSpPr>
        <p:spPr>
          <a:xfrm>
            <a:off x="8656671" y="1241883"/>
            <a:ext cx="1484126" cy="85455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CB16EBA-A5B2-661C-4336-015F58108D12}"/>
              </a:ext>
            </a:extLst>
          </p:cNvPr>
          <p:cNvSpPr txBox="1"/>
          <p:nvPr/>
        </p:nvSpPr>
        <p:spPr>
          <a:xfrm>
            <a:off x="8615115" y="1232745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from/to grid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AFE52AFB-BBFE-A6DF-F80B-89169FB11560}"/>
              </a:ext>
            </a:extLst>
          </p:cNvPr>
          <p:cNvCxnSpPr>
            <a:cxnSpLocks/>
            <a:stCxn id="95" idx="3"/>
            <a:endCxn id="150" idx="3"/>
          </p:cNvCxnSpPr>
          <p:nvPr/>
        </p:nvCxnSpPr>
        <p:spPr>
          <a:xfrm>
            <a:off x="9401246" y="2729537"/>
            <a:ext cx="184048" cy="1138791"/>
          </a:xfrm>
          <a:prstGeom prst="bentConnector3">
            <a:avLst>
              <a:gd name="adj1" fmla="val 4532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91AA4D56-A95E-174C-37CD-B49F8E60A7A1}"/>
              </a:ext>
            </a:extLst>
          </p:cNvPr>
          <p:cNvCxnSpPr>
            <a:cxnSpLocks/>
            <a:stCxn id="150" idx="1"/>
            <a:endCxn id="40" idx="3"/>
          </p:cNvCxnSpPr>
          <p:nvPr/>
        </p:nvCxnSpPr>
        <p:spPr>
          <a:xfrm flipH="1">
            <a:off x="7173070" y="3868328"/>
            <a:ext cx="11306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50CBBA6D-4200-FF4E-3873-35EAC7A57797}"/>
              </a:ext>
            </a:extLst>
          </p:cNvPr>
          <p:cNvSpPr txBox="1"/>
          <p:nvPr/>
        </p:nvSpPr>
        <p:spPr>
          <a:xfrm>
            <a:off x="7547537" y="3659209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0A0E4D6D-C5C5-0736-2BA6-14E618465182}"/>
              </a:ext>
            </a:extLst>
          </p:cNvPr>
          <p:cNvSpPr/>
          <p:nvPr/>
        </p:nvSpPr>
        <p:spPr>
          <a:xfrm>
            <a:off x="6735345" y="4180150"/>
            <a:ext cx="1879770" cy="2411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CN" altLang="en-US" sz="1013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1D6A2925-EC7A-DB48-CBA7-FAC098AC975E}"/>
              </a:ext>
            </a:extLst>
          </p:cNvPr>
          <p:cNvCxnSpPr>
            <a:cxnSpLocks/>
            <a:stCxn id="150" idx="2"/>
            <a:endCxn id="182" idx="3"/>
          </p:cNvCxnSpPr>
          <p:nvPr/>
        </p:nvCxnSpPr>
        <p:spPr>
          <a:xfrm rot="5400000">
            <a:off x="8713877" y="4070133"/>
            <a:ext cx="131853" cy="3293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FB48C5C-A612-CA72-CC38-27F4242CEE87}"/>
              </a:ext>
            </a:extLst>
          </p:cNvPr>
          <p:cNvSpPr txBox="1"/>
          <p:nvPr/>
        </p:nvSpPr>
        <p:spPr>
          <a:xfrm>
            <a:off x="8659366" y="4114009"/>
            <a:ext cx="35327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974DC0C-41E4-C38A-0DF7-A104F8DE8555}"/>
              </a:ext>
            </a:extLst>
          </p:cNvPr>
          <p:cNvSpPr/>
          <p:nvPr/>
        </p:nvSpPr>
        <p:spPr>
          <a:xfrm>
            <a:off x="6441452" y="2776667"/>
            <a:ext cx="1978126" cy="54698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B6272264-60F4-2EDA-E0A8-01077415000C}"/>
              </a:ext>
            </a:extLst>
          </p:cNvPr>
          <p:cNvSpPr txBox="1"/>
          <p:nvPr/>
        </p:nvSpPr>
        <p:spPr>
          <a:xfrm>
            <a:off x="6367515" y="3115633"/>
            <a:ext cx="16309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state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29D5EC91-6D75-611D-04F1-3688F74B8053}"/>
              </a:ext>
            </a:extLst>
          </p:cNvPr>
          <p:cNvCxnSpPr>
            <a:cxnSpLocks/>
            <a:stCxn id="63" idx="1"/>
            <a:endCxn id="41" idx="2"/>
          </p:cNvCxnSpPr>
          <p:nvPr/>
        </p:nvCxnSpPr>
        <p:spPr>
          <a:xfrm rot="10800000">
            <a:off x="5532962" y="2592013"/>
            <a:ext cx="1427657" cy="41446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B86B5E3-4096-2DAD-2AD4-A05863692896}"/>
              </a:ext>
            </a:extLst>
          </p:cNvPr>
          <p:cNvSpPr txBox="1"/>
          <p:nvPr/>
        </p:nvSpPr>
        <p:spPr>
          <a:xfrm>
            <a:off x="5488310" y="2793811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636A3CAC-0734-A02E-AB1A-97A77F5D0AB0}"/>
              </a:ext>
            </a:extLst>
          </p:cNvPr>
          <p:cNvCxnSpPr>
            <a:cxnSpLocks/>
            <a:stCxn id="37" idx="3"/>
            <a:endCxn id="40" idx="0"/>
          </p:cNvCxnSpPr>
          <p:nvPr/>
        </p:nvCxnSpPr>
        <p:spPr>
          <a:xfrm>
            <a:off x="5486439" y="3077564"/>
            <a:ext cx="891878" cy="490197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EF970C54-17C5-70E4-056B-486250CA5AD2}"/>
              </a:ext>
            </a:extLst>
          </p:cNvPr>
          <p:cNvSpPr txBox="1"/>
          <p:nvPr/>
        </p:nvSpPr>
        <p:spPr>
          <a:xfrm>
            <a:off x="5494646" y="3047754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8" name="连接符: 肘形 197">
            <a:extLst>
              <a:ext uri="{FF2B5EF4-FFF2-40B4-BE49-F238E27FC236}">
                <a16:creationId xmlns:a16="http://schemas.microsoft.com/office/drawing/2014/main" id="{A73EB6C5-98D0-52C2-370D-BDEE2218B107}"/>
              </a:ext>
            </a:extLst>
          </p:cNvPr>
          <p:cNvCxnSpPr>
            <a:cxnSpLocks/>
            <a:stCxn id="40" idx="2"/>
            <a:endCxn id="182" idx="1"/>
          </p:cNvCxnSpPr>
          <p:nvPr/>
        </p:nvCxnSpPr>
        <p:spPr>
          <a:xfrm rot="16200000" flipH="1">
            <a:off x="6490905" y="4056306"/>
            <a:ext cx="131853" cy="3570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447506C2-6B26-2086-EE70-5451D06344C4}"/>
              </a:ext>
            </a:extLst>
          </p:cNvPr>
          <p:cNvSpPr txBox="1"/>
          <p:nvPr/>
        </p:nvSpPr>
        <p:spPr>
          <a:xfrm>
            <a:off x="6396750" y="4101876"/>
            <a:ext cx="35327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27E3DD1-8B01-8DE1-3374-C5F252B374C8}"/>
                  </a:ext>
                </a:extLst>
              </p:cNvPr>
              <p:cNvSpPr/>
              <p:nvPr/>
            </p:nvSpPr>
            <p:spPr>
              <a:xfrm>
                <a:off x="3769583" y="3743478"/>
                <a:ext cx="1478421" cy="253631"/>
              </a:xfrm>
              <a:prstGeom prst="rect">
                <a:avLst/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</m:sup>
                    </m:sSubSup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altLang="zh-CN" sz="10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𝑑𝑐h</m:t>
                        </m:r>
                      </m:sup>
                    </m:sSubSup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1013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1013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𝑒𝑥𝑐𝑒𝑠𝑠</m:t>
                        </m:r>
                      </m:sup>
                    </m:sSubSup>
                  </m:oMath>
                </a14:m>
                <a:endParaRPr lang="zh-CN" altLang="en-US" sz="101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27E3DD1-8B01-8DE1-3374-C5F252B37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583" y="3743478"/>
                <a:ext cx="1478421" cy="253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文本框 208">
            <a:extLst>
              <a:ext uri="{FF2B5EF4-FFF2-40B4-BE49-F238E27FC236}">
                <a16:creationId xmlns:a16="http://schemas.microsoft.com/office/drawing/2014/main" id="{54B59699-26A1-2CD5-7EFD-DC6E22B24E83}"/>
              </a:ext>
            </a:extLst>
          </p:cNvPr>
          <p:cNvSpPr txBox="1"/>
          <p:nvPr/>
        </p:nvSpPr>
        <p:spPr>
          <a:xfrm>
            <a:off x="5295045" y="3660234"/>
            <a:ext cx="41473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6CBE0D4B-54D3-C66C-3A64-925FBFAACD35}"/>
              </a:ext>
            </a:extLst>
          </p:cNvPr>
          <p:cNvCxnSpPr>
            <a:cxnSpLocks/>
            <a:stCxn id="40" idx="1"/>
            <a:endCxn id="208" idx="3"/>
          </p:cNvCxnSpPr>
          <p:nvPr/>
        </p:nvCxnSpPr>
        <p:spPr>
          <a:xfrm flipH="1">
            <a:off x="5248004" y="3868328"/>
            <a:ext cx="335560" cy="1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矩形 213">
            <a:extLst>
              <a:ext uri="{FF2B5EF4-FFF2-40B4-BE49-F238E27FC236}">
                <a16:creationId xmlns:a16="http://schemas.microsoft.com/office/drawing/2014/main" id="{EDE6BD45-9B9B-FFC3-EBC5-75A4FB64F974}"/>
              </a:ext>
            </a:extLst>
          </p:cNvPr>
          <p:cNvSpPr/>
          <p:nvPr/>
        </p:nvSpPr>
        <p:spPr>
          <a:xfrm>
            <a:off x="3711468" y="3624848"/>
            <a:ext cx="1647931" cy="73737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72B70A2D-F57A-B5A2-320E-FDD92860EE4E}"/>
              </a:ext>
            </a:extLst>
          </p:cNvPr>
          <p:cNvSpPr txBox="1"/>
          <p:nvPr/>
        </p:nvSpPr>
        <p:spPr>
          <a:xfrm>
            <a:off x="3664091" y="3970330"/>
            <a:ext cx="1630954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Charge/discharge battery from/to grid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3F08FC42-0E4A-1C83-6070-CDFDF0A469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72298" y="1712275"/>
            <a:ext cx="570874" cy="3497882"/>
          </a:xfrm>
          <a:prstGeom prst="bentConnector3">
            <a:avLst>
              <a:gd name="adj1" fmla="val 60567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文本框 221">
            <a:extLst>
              <a:ext uri="{FF2B5EF4-FFF2-40B4-BE49-F238E27FC236}">
                <a16:creationId xmlns:a16="http://schemas.microsoft.com/office/drawing/2014/main" id="{3C64D5E4-45A0-5C9B-2BFC-B9EC3D7F099C}"/>
              </a:ext>
            </a:extLst>
          </p:cNvPr>
          <p:cNvSpPr txBox="1"/>
          <p:nvPr/>
        </p:nvSpPr>
        <p:spPr>
          <a:xfrm>
            <a:off x="4445339" y="3367838"/>
            <a:ext cx="7584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175BB795-4CB6-0C98-7EEA-CD49B6078052}"/>
              </a:ext>
            </a:extLst>
          </p:cNvPr>
          <p:cNvSpPr txBox="1"/>
          <p:nvPr/>
        </p:nvSpPr>
        <p:spPr>
          <a:xfrm>
            <a:off x="3755381" y="1915043"/>
            <a:ext cx="80488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endParaRPr lang="zh-CN" alt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E94BEB60-0376-0F4C-6689-095B4D66E772}"/>
                  </a:ext>
                </a:extLst>
              </p:cNvPr>
              <p:cNvSpPr/>
              <p:nvPr/>
            </p:nvSpPr>
            <p:spPr>
              <a:xfrm>
                <a:off x="3058543" y="1683780"/>
                <a:ext cx="1466983" cy="241194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1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1013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CN" sz="101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timestamp</a:t>
                </a:r>
                <a:endParaRPr lang="zh-CN" altLang="en-US" sz="1013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E94BEB60-0376-0F4C-6689-095B4D66E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43" y="1683780"/>
                <a:ext cx="1466983" cy="241194"/>
              </a:xfrm>
              <a:prstGeom prst="rect">
                <a:avLst/>
              </a:prstGeom>
              <a:blipFill>
                <a:blip r:embed="rId10"/>
                <a:stretch>
                  <a:fillRect b="-93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8169DD4D-0ADB-0471-1695-3B52C951BE71}"/>
              </a:ext>
            </a:extLst>
          </p:cNvPr>
          <p:cNvCxnSpPr>
            <a:cxnSpLocks/>
            <a:stCxn id="228" idx="2"/>
            <a:endCxn id="4" idx="0"/>
          </p:cNvCxnSpPr>
          <p:nvPr/>
        </p:nvCxnSpPr>
        <p:spPr>
          <a:xfrm flipH="1">
            <a:off x="3786606" y="1924974"/>
            <a:ext cx="5429" cy="240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3" name="Picture 6">
            <a:extLst>
              <a:ext uri="{FF2B5EF4-FFF2-40B4-BE49-F238E27FC236}">
                <a16:creationId xmlns:a16="http://schemas.microsoft.com/office/drawing/2014/main" id="{9606D317-969F-AA27-705F-BED339DBE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380" y="3119232"/>
            <a:ext cx="172764" cy="17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Picture 8">
            <a:extLst>
              <a:ext uri="{FF2B5EF4-FFF2-40B4-BE49-F238E27FC236}">
                <a16:creationId xmlns:a16="http://schemas.microsoft.com/office/drawing/2014/main" id="{13E49CBB-C229-A877-DBB2-7A5ECD879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17136" r="7301" b="15716"/>
          <a:stretch>
            <a:fillRect/>
          </a:stretch>
        </p:blipFill>
        <p:spPr bwMode="auto">
          <a:xfrm>
            <a:off x="8511458" y="3806370"/>
            <a:ext cx="178475" cy="14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Picture 10" descr="Battery Vector Icon 356515 Vector Art at Vecteezy">
            <a:extLst>
              <a:ext uri="{FF2B5EF4-FFF2-40B4-BE49-F238E27FC236}">
                <a16:creationId xmlns:a16="http://schemas.microsoft.com/office/drawing/2014/main" id="{6EFFB194-DD64-CC95-3472-14DB7858DC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4990726" y="2199843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Picture 12" descr="power lines electric grid line icon vector illustration 36279118 Vector ...">
            <a:extLst>
              <a:ext uri="{FF2B5EF4-FFF2-40B4-BE49-F238E27FC236}">
                <a16:creationId xmlns:a16="http://schemas.microsoft.com/office/drawing/2014/main" id="{2D28A46F-6E88-CDBD-982E-36A8365987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t="10376" r="23788" b="6744"/>
          <a:stretch>
            <a:fillRect/>
          </a:stretch>
        </p:blipFill>
        <p:spPr bwMode="auto">
          <a:xfrm>
            <a:off x="9937168" y="1444625"/>
            <a:ext cx="182585" cy="28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Picture 10" descr="Battery Vector Icon 356515 Vector Art at Vecteezy">
            <a:extLst>
              <a:ext uri="{FF2B5EF4-FFF2-40B4-BE49-F238E27FC236}">
                <a16:creationId xmlns:a16="http://schemas.microsoft.com/office/drawing/2014/main" id="{03F50978-6756-3AAC-3082-DE9E37959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6986029" y="2203526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Picture 10" descr="Battery Vector Icon 356515 Vector Art at Vecteezy">
            <a:extLst>
              <a:ext uri="{FF2B5EF4-FFF2-40B4-BE49-F238E27FC236}">
                <a16:creationId xmlns:a16="http://schemas.microsoft.com/office/drawing/2014/main" id="{4D63F4B9-1643-4C15-354A-915635D3D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9886052" y="2264722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8">
            <a:extLst>
              <a:ext uri="{FF2B5EF4-FFF2-40B4-BE49-F238E27FC236}">
                <a16:creationId xmlns:a16="http://schemas.microsoft.com/office/drawing/2014/main" id="{75DE4857-1C92-F827-430C-484815C49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17136" r="7301" b="15716"/>
          <a:stretch>
            <a:fillRect/>
          </a:stretch>
        </p:blipFill>
        <p:spPr bwMode="auto">
          <a:xfrm>
            <a:off x="5914647" y="3794584"/>
            <a:ext cx="178475" cy="14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2" descr="power lines electric grid line icon vector illustration 36279118 Vector ...">
            <a:extLst>
              <a:ext uri="{FF2B5EF4-FFF2-40B4-BE49-F238E27FC236}">
                <a16:creationId xmlns:a16="http://schemas.microsoft.com/office/drawing/2014/main" id="{DDBB2BC3-3AAB-FDC5-B7F3-0540E3518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t="10376" r="23788" b="6744"/>
          <a:stretch>
            <a:fillRect/>
          </a:stretch>
        </p:blipFill>
        <p:spPr bwMode="auto">
          <a:xfrm>
            <a:off x="5169519" y="4068629"/>
            <a:ext cx="180021" cy="28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10" descr="Battery Vector Icon 356515 Vector Art at Vecteezy">
            <a:extLst>
              <a:ext uri="{FF2B5EF4-FFF2-40B4-BE49-F238E27FC236}">
                <a16:creationId xmlns:a16="http://schemas.microsoft.com/office/drawing/2014/main" id="{D1505739-4A38-8EC1-C926-706FA983B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4" t="13531" r="8120" b="13285"/>
          <a:stretch>
            <a:fillRect/>
          </a:stretch>
        </p:blipFill>
        <p:spPr bwMode="auto">
          <a:xfrm>
            <a:off x="4724416" y="4159734"/>
            <a:ext cx="210817" cy="17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6" name="直接箭头连接符 275">
            <a:extLst>
              <a:ext uri="{FF2B5EF4-FFF2-40B4-BE49-F238E27FC236}">
                <a16:creationId xmlns:a16="http://schemas.microsoft.com/office/drawing/2014/main" id="{502F9CE4-A2DA-57E7-41E1-90BF62FE8CCA}"/>
              </a:ext>
            </a:extLst>
          </p:cNvPr>
          <p:cNvCxnSpPr>
            <a:cxnSpLocks/>
          </p:cNvCxnSpPr>
          <p:nvPr/>
        </p:nvCxnSpPr>
        <p:spPr>
          <a:xfrm>
            <a:off x="4959133" y="4245404"/>
            <a:ext cx="242410" cy="0"/>
          </a:xfrm>
          <a:prstGeom prst="straightConnector1">
            <a:avLst/>
          </a:prstGeom>
          <a:ln w="9525"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135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102</Words>
  <Application>Microsoft Office PowerPoint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 Kaifeng</dc:creator>
  <cp:lastModifiedBy>Zhu Kaifeng</cp:lastModifiedBy>
  <cp:revision>1</cp:revision>
  <dcterms:created xsi:type="dcterms:W3CDTF">2026-04-15T06:07:58Z</dcterms:created>
  <dcterms:modified xsi:type="dcterms:W3CDTF">2026-04-16T07:19:27Z</dcterms:modified>
</cp:coreProperties>
</file>